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0" r:id="rId1"/>
  </p:sldMasterIdLst>
  <p:notesMasterIdLst>
    <p:notesMasterId r:id="rId5"/>
  </p:notesMasterIdLst>
  <p:handoutMasterIdLst>
    <p:handoutMasterId r:id="rId6"/>
  </p:handoutMasterIdLst>
  <p:sldIdLst>
    <p:sldId id="551" r:id="rId2"/>
    <p:sldId id="549" r:id="rId3"/>
    <p:sldId id="552" r:id="rId4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orient="horz" pos="4088" userDrawn="1">
          <p15:clr>
            <a:srgbClr val="A4A3A4"/>
          </p15:clr>
        </p15:guide>
        <p15:guide id="3" orient="horz" pos="935" userDrawn="1">
          <p15:clr>
            <a:srgbClr val="A4A3A4"/>
          </p15:clr>
        </p15:guide>
        <p15:guide id="4" orient="horz" pos="754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57" userDrawn="1">
          <p15:clr>
            <a:srgbClr val="A4A3A4"/>
          </p15:clr>
        </p15:guide>
        <p15:guide id="7" pos="3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3E6B"/>
    <a:srgbClr val="15AEB3"/>
    <a:srgbClr val="0486DC"/>
    <a:srgbClr val="A3A3A3"/>
    <a:srgbClr val="3C7DCC"/>
    <a:srgbClr val="F2472A"/>
    <a:srgbClr val="2BA1C5"/>
    <a:srgbClr val="FFC000"/>
    <a:srgbClr val="25835F"/>
    <a:srgbClr val="A0D7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6366" autoAdjust="0"/>
  </p:normalViewPr>
  <p:slideViewPr>
    <p:cSldViewPr snapToGrid="0">
      <p:cViewPr varScale="1">
        <p:scale>
          <a:sx n="110" d="100"/>
          <a:sy n="110" d="100"/>
        </p:scale>
        <p:origin x="888" y="114"/>
      </p:cViewPr>
      <p:guideLst>
        <p:guide orient="horz"/>
        <p:guide orient="horz" pos="4088"/>
        <p:guide orient="horz" pos="935"/>
        <p:guide orient="horz" pos="754"/>
        <p:guide pos="3840"/>
        <p:guide pos="7357"/>
        <p:guide pos="323"/>
      </p:guideLst>
    </p:cSldViewPr>
  </p:slideViewPr>
  <p:outlineViewPr>
    <p:cViewPr>
      <p:scale>
        <a:sx n="33" d="100"/>
        <a:sy n="33" d="100"/>
      </p:scale>
      <p:origin x="0" y="-33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0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0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92" y="0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/>
          <a:lstStyle>
            <a:lvl1pPr algn="r">
              <a:defRPr sz="1200"/>
            </a:lvl1pPr>
          </a:lstStyle>
          <a:p>
            <a:fld id="{4522B31F-EA4F-48CF-81C7-034EF0DE6385}" type="datetimeFigureOut">
              <a:rPr lang="ko-KR" altLang="en-US" smtClean="0"/>
              <a:pPr/>
              <a:t>2026-06-05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9428712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92" y="9428712"/>
            <a:ext cx="2946400" cy="496332"/>
          </a:xfrm>
          <a:prstGeom prst="rect">
            <a:avLst/>
          </a:prstGeom>
        </p:spPr>
        <p:txBody>
          <a:bodyPr vert="horz" lIns="91659" tIns="45832" rIns="91659" bIns="45832" rtlCol="0" anchor="b"/>
          <a:lstStyle>
            <a:lvl1pPr algn="r">
              <a:defRPr sz="1200"/>
            </a:lvl1pPr>
          </a:lstStyle>
          <a:p>
            <a:fld id="{8B260A2D-403C-4EE7-8C82-051E2C5764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476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7" y="1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/>
          <a:lstStyle>
            <a:lvl1pPr algn="r">
              <a:defRPr sz="1200"/>
            </a:lvl1pPr>
          </a:lstStyle>
          <a:p>
            <a:fld id="{A0789188-4D18-4B3A-8D80-698D3ED944E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64" tIns="47733" rIns="95464" bIns="47733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5"/>
            <a:ext cx="5438140" cy="4466987"/>
          </a:xfrm>
          <a:prstGeom prst="rect">
            <a:avLst/>
          </a:prstGeom>
        </p:spPr>
        <p:txBody>
          <a:bodyPr vert="horz" lIns="95464" tIns="47733" rIns="95464" bIns="47733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5" y="9428586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7" y="9428586"/>
            <a:ext cx="2945659" cy="496332"/>
          </a:xfrm>
          <a:prstGeom prst="rect">
            <a:avLst/>
          </a:prstGeom>
        </p:spPr>
        <p:txBody>
          <a:bodyPr vert="horz" lIns="95464" tIns="47733" rIns="95464" bIns="47733" rtlCol="0" anchor="b"/>
          <a:lstStyle>
            <a:lvl1pPr algn="r">
              <a:defRPr sz="1200"/>
            </a:lvl1pPr>
          </a:lstStyle>
          <a:p>
            <a:fld id="{D16B6CA8-27C3-4CF7-8F81-A8AB068775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508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B6CA8-27C3-4CF7-8F81-A8AB068775D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18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E60AE-5EDB-8B47-69AC-4478CFD79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629B4-4F61-F047-FB03-2D272EAE7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1820A9-E2C2-C7F7-2772-AB581DD00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41865C-3278-D8CE-991F-42EEBCFC22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B6CA8-27C3-4CF7-8F81-A8AB068775D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940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 userDrawn="1"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4" name="직선 연결선 3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Ⅰ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rgbClr val="1013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공법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자재</a:t>
              </a:r>
              <a:r>
                <a:rPr lang="en-US" altLang="ko-KR" sz="24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4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개요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536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 userDrawn="1"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9" name="직선 연결선 8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Ⅱ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rgbClr val="1013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공법</a:t>
              </a:r>
              <a:r>
                <a:rPr lang="en-US" altLang="ko-KR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(</a:t>
              </a:r>
              <a:r>
                <a:rPr lang="ko-KR" altLang="en-US" sz="2400" dirty="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자재</a:t>
              </a:r>
              <a:r>
                <a:rPr lang="en-US" altLang="ko-KR" sz="24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)</a:t>
              </a:r>
              <a:r>
                <a:rPr lang="ko-KR" altLang="en-US" sz="24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 특징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563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 userDrawn="1"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Ⅲ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rgbClr val="1013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시공성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9591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 userDrawn="1"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Ⅳ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rgbClr val="1013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품질성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107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 userDrawn="1"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Ⅴ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rgbClr val="1013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안전성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147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 userDrawn="1"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Ⅵ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rgbClr val="1013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환경성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3227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9D67D6C8-5963-4DC7-92A9-F6F9A3AF3A67}"/>
              </a:ext>
            </a:extLst>
          </p:cNvPr>
          <p:cNvGrpSpPr/>
          <p:nvPr userDrawn="1"/>
        </p:nvGrpSpPr>
        <p:grpSpPr>
          <a:xfrm>
            <a:off x="0" y="173011"/>
            <a:ext cx="12192000" cy="531751"/>
            <a:chOff x="1524000" y="173011"/>
            <a:chExt cx="9144000" cy="531751"/>
          </a:xfrm>
        </p:grpSpPr>
        <p:cxnSp>
          <p:nvCxnSpPr>
            <p:cNvPr id="13" name="직선 연결선 12"/>
            <p:cNvCxnSpPr/>
            <p:nvPr/>
          </p:nvCxnSpPr>
          <p:spPr>
            <a:xfrm>
              <a:off x="1524000" y="704761"/>
              <a:ext cx="9144000" cy="0"/>
            </a:xfrm>
            <a:prstGeom prst="line">
              <a:avLst/>
            </a:prstGeom>
            <a:ln w="12700">
              <a:solidFill>
                <a:srgbClr val="101381">
                  <a:alpha val="4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/>
            <p:cNvSpPr/>
            <p:nvPr/>
          </p:nvSpPr>
          <p:spPr>
            <a:xfrm>
              <a:off x="1845454" y="173011"/>
              <a:ext cx="508938" cy="531751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kumimoji="1" lang="en-US" altLang="ko-KR" sz="2215" b="1">
                  <a:ln w="13500">
                    <a:solidFill>
                      <a:schemeClr val="accent1">
                        <a:shade val="2500"/>
                        <a:alpha val="6500"/>
                      </a:schemeClr>
                    </a:solidFill>
                    <a:prstDash val="solid"/>
                  </a:ln>
                  <a:solidFill>
                    <a:schemeClr val="bg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Ⅶ</a:t>
              </a:r>
              <a:endParaRPr lang="ko-KR" altLang="en-US" sz="2215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524000" y="173011"/>
              <a:ext cx="265846" cy="531751"/>
            </a:xfrm>
            <a:prstGeom prst="rect">
              <a:avLst/>
            </a:prstGeom>
            <a:solidFill>
              <a:srgbClr val="1013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sz="1477">
                <a:solidFill>
                  <a:prstClr val="white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87087" y="208054"/>
              <a:ext cx="823566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>
                  <a:latin typeface="HY헤드라인M" panose="02030600000101010101" pitchFamily="18" charset="-127"/>
                  <a:ea typeface="HY헤드라인M" panose="02030600000101010101" pitchFamily="18" charset="-127"/>
                </a:rPr>
                <a:t>유지관리성</a:t>
              </a:r>
              <a:endParaRPr lang="ko-KR" altLang="en-US" sz="2000" dirty="0">
                <a:latin typeface="HY헤드라인M" panose="02030600000101010101" pitchFamily="18" charset="-127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110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309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825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059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pattFill prst="pct30">
          <a:fgClr>
            <a:srgbClr val="81674B"/>
          </a:fgClr>
          <a:bgClr>
            <a:srgbClr val="5C3D1A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9">
            <a:extLst>
              <a:ext uri="{FF2B5EF4-FFF2-40B4-BE49-F238E27FC236}">
                <a16:creationId xmlns:a16="http://schemas.microsoft.com/office/drawing/2014/main" id="{B3D8056A-79F1-9E00-7ECA-F0184827BB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927" y="6440253"/>
            <a:ext cx="1019106" cy="238662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54765E-AD40-80B7-8A7C-8C75EE46F3C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705687" y="6498029"/>
            <a:ext cx="5770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  <a:scene3d>
              <a:camera prst="orthographicFront"/>
              <a:lightRig rig="threePt" dir="t"/>
            </a:scene3d>
            <a:sp3d>
              <a:bevelT w="0" h="0"/>
              <a:bevelB w="0" h="1270"/>
            </a:sp3d>
          </a:bodyPr>
          <a:lstStyle/>
          <a:p>
            <a:pPr algn="r" defTabSz="1002037"/>
            <a:fld id="{BD2905B3-168A-4870-A4E0-901A15FC7C8A}" type="slidenum">
              <a:rPr lang="en-US" altLang="ko-KR" sz="800">
                <a:ln w="1270">
                  <a:solidFill>
                    <a:schemeClr val="bg1">
                      <a:alpha val="0"/>
                    </a:schemeClr>
                  </a:solidFill>
                </a:ln>
                <a:solidFill>
                  <a:schemeClr val="tx2">
                    <a:lumMod val="7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pPr algn="r" defTabSz="1002037"/>
              <a:t>‹#›</a:t>
            </a:fld>
            <a:endParaRPr lang="en-US" altLang="ko-KR" sz="800" dirty="0">
              <a:ln w="1270">
                <a:solidFill>
                  <a:schemeClr val="bg1">
                    <a:alpha val="0"/>
                  </a:schemeClr>
                </a:solidFill>
              </a:ln>
              <a:solidFill>
                <a:schemeClr val="tx2">
                  <a:lumMod val="7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16E0E3-163D-7972-80C2-DCFB2F0210D8}"/>
              </a:ext>
            </a:extLst>
          </p:cNvPr>
          <p:cNvSpPr/>
          <p:nvPr userDrawn="1"/>
        </p:nvSpPr>
        <p:spPr>
          <a:xfrm>
            <a:off x="1560570" y="6483410"/>
            <a:ext cx="3656732" cy="15234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lvl="1" indent="-285750" algn="l" defTabSz="1067745" rtl="0" eaLnBrk="1" latinLnBrk="0" hangingPunct="1">
              <a:lnSpc>
                <a:spcPct val="110000"/>
              </a:lnSpc>
              <a:spcAft>
                <a:spcPct val="0"/>
              </a:spcAft>
              <a:buClr>
                <a:sysClr val="windowText" lastClr="000000"/>
              </a:buClr>
              <a:buSzPct val="100000"/>
              <a:tabLst>
                <a:tab pos="5648325" algn="l"/>
              </a:tabLst>
              <a:defRPr/>
            </a:pPr>
            <a:r>
              <a:rPr lang="ko-KR" altLang="en-US" sz="900" kern="1200" dirty="0">
                <a:ln w="1270">
                  <a:solidFill>
                    <a:srgbClr val="FF0000">
                      <a:alpha val="0"/>
                    </a:srgbClr>
                  </a:solidFill>
                </a:ln>
                <a:solidFill>
                  <a:srgbClr val="FF535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건설신기술 제</a:t>
            </a:r>
            <a:r>
              <a:rPr lang="en-US" altLang="ko-KR" sz="900" kern="1200" dirty="0">
                <a:ln w="1270">
                  <a:solidFill>
                    <a:srgbClr val="FF0000">
                      <a:alpha val="0"/>
                    </a:srgbClr>
                  </a:solidFill>
                </a:ln>
                <a:solidFill>
                  <a:srgbClr val="FF535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936</a:t>
            </a:r>
            <a:r>
              <a:rPr lang="ko-KR" altLang="en-US" sz="900" kern="1200" dirty="0">
                <a:ln w="1270">
                  <a:solidFill>
                    <a:srgbClr val="FF0000">
                      <a:alpha val="0"/>
                    </a:srgbClr>
                  </a:solidFill>
                </a:ln>
                <a:solidFill>
                  <a:srgbClr val="FF5353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호 </a:t>
            </a:r>
            <a:r>
              <a:rPr lang="ko-KR" altLang="en-US" sz="900" kern="1200" dirty="0">
                <a:ln w="1270">
                  <a:solidFill>
                    <a:srgbClr val="FF0000">
                      <a:alpha val="0"/>
                    </a:srgbClr>
                  </a:solidFill>
                </a:ln>
                <a:gradFill>
                  <a:gsLst>
                    <a:gs pos="885">
                      <a:prstClr val="black">
                        <a:lumMod val="65000"/>
                        <a:lumOff val="35000"/>
                      </a:prstClr>
                    </a:gs>
                    <a:gs pos="13274">
                      <a:prstClr val="black">
                        <a:lumMod val="65000"/>
                        <a:lumOff val="35000"/>
                      </a:prstClr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rPr>
              <a:t>｜ </a:t>
            </a:r>
            <a:r>
              <a:rPr lang="ko-KR" altLang="en-US" sz="900" dirty="0" err="1">
                <a:ln w="1270">
                  <a:solidFill>
                    <a:srgbClr val="FF0000">
                      <a:alpha val="0"/>
                    </a:srgbClr>
                  </a:solidFill>
                </a:ln>
                <a:gradFill>
                  <a:gsLst>
                    <a:gs pos="13274">
                      <a:prstClr val="black">
                        <a:lumMod val="50000"/>
                        <a:lumOff val="50000"/>
                      </a:prstClr>
                    </a:gs>
                    <a:gs pos="23009">
                      <a:prstClr val="black">
                        <a:lumMod val="50000"/>
                        <a:lumOff val="50000"/>
                      </a:prst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무힌지</a:t>
            </a:r>
            <a:r>
              <a:rPr lang="ko-KR" altLang="en-US" sz="900" dirty="0">
                <a:ln w="1270">
                  <a:solidFill>
                    <a:srgbClr val="FF0000">
                      <a:alpha val="0"/>
                    </a:srgbClr>
                  </a:solidFill>
                </a:ln>
                <a:gradFill>
                  <a:gsLst>
                    <a:gs pos="13274">
                      <a:prstClr val="black">
                        <a:lumMod val="50000"/>
                        <a:lumOff val="50000"/>
                      </a:prstClr>
                    </a:gs>
                    <a:gs pos="23009">
                      <a:prstClr val="black">
                        <a:lumMod val="50000"/>
                        <a:lumOff val="50000"/>
                      </a:prst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폴딩 헤드형 차단판을</a:t>
            </a:r>
            <a:r>
              <a:rPr lang="en-US" altLang="ko-KR" sz="900" dirty="0">
                <a:ln w="1270">
                  <a:solidFill>
                    <a:srgbClr val="FF0000">
                      <a:alpha val="0"/>
                    </a:srgbClr>
                  </a:solidFill>
                </a:ln>
                <a:gradFill>
                  <a:gsLst>
                    <a:gs pos="13274">
                      <a:prstClr val="black">
                        <a:lumMod val="50000"/>
                        <a:lumOff val="50000"/>
                      </a:prstClr>
                    </a:gs>
                    <a:gs pos="23009">
                      <a:prstClr val="black">
                        <a:lumMod val="50000"/>
                        <a:lumOff val="50000"/>
                      </a:prst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900" dirty="0">
                <a:ln w="1270">
                  <a:solidFill>
                    <a:srgbClr val="FF0000">
                      <a:alpha val="0"/>
                    </a:srgbClr>
                  </a:solidFill>
                </a:ln>
                <a:gradFill>
                  <a:gsLst>
                    <a:gs pos="13274">
                      <a:prstClr val="black">
                        <a:lumMod val="50000"/>
                        <a:lumOff val="50000"/>
                      </a:prstClr>
                    </a:gs>
                    <a:gs pos="23009">
                      <a:prstClr val="black">
                        <a:lumMod val="50000"/>
                        <a:lumOff val="50000"/>
                      </a:prstClr>
                    </a:gs>
                  </a:gsLst>
                  <a:lin ang="5400000" scaled="1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이용하는 부단수 차단 공법</a:t>
            </a:r>
          </a:p>
        </p:txBody>
      </p:sp>
    </p:spTree>
    <p:extLst>
      <p:ext uri="{BB962C8B-B14F-4D97-AF65-F5344CB8AC3E}">
        <p14:creationId xmlns:p14="http://schemas.microsoft.com/office/powerpoint/2010/main" val="3997270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71" r:id="rId8"/>
    <p:sldLayoutId id="2147483679" r:id="rId9"/>
    <p:sldLayoutId id="2147483677" r:id="rId10"/>
    <p:sldLayoutId id="2147483656" r:id="rId11"/>
  </p:sldLayoutIdLst>
  <p:hf hdr="0" ftr="0" dt="0"/>
  <p:txStyles>
    <p:titleStyle>
      <a:lvl1pPr algn="l" defTabSz="914400" rtl="0" eaLnBrk="1" latinLnBrk="1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EEEF-548B-06DF-7699-932D9B708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안개, 그레이이(가) 표시된 사진&#10;&#10;자동 생성된 설명">
            <a:extLst>
              <a:ext uri="{FF2B5EF4-FFF2-40B4-BE49-F238E27FC236}">
                <a16:creationId xmlns:a16="http://schemas.microsoft.com/office/drawing/2014/main" id="{3AC14480-FB4F-6A3D-944A-349B17AB89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6000"/>
          </a:blip>
          <a:srcRect l="5049" r="5049"/>
          <a:stretch/>
        </p:blipFill>
        <p:spPr>
          <a:xfrm>
            <a:off x="1" y="1342991"/>
            <a:ext cx="9144000" cy="4954258"/>
          </a:xfrm>
          <a:prstGeom prst="rect">
            <a:avLst/>
          </a:prstGeom>
        </p:spPr>
      </p:pic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4944AD5-3CA6-8813-9E72-4995EE8AF66B}"/>
              </a:ext>
            </a:extLst>
          </p:cNvPr>
          <p:cNvSpPr>
            <a:spLocks/>
          </p:cNvSpPr>
          <p:nvPr/>
        </p:nvSpPr>
        <p:spPr bwMode="auto">
          <a:xfrm>
            <a:off x="1" y="1326256"/>
            <a:ext cx="9143999" cy="51034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587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/>
            <a:endParaRPr lang="ko-KR" altLang="en-US" sz="2000" b="1" kern="0" dirty="0">
              <a:ln>
                <a:solidFill>
                  <a:srgbClr val="576C87">
                    <a:alpha val="0"/>
                  </a:srgb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981E9FB-85DD-12DA-8DEB-DF4833AD7831}"/>
              </a:ext>
            </a:extLst>
          </p:cNvPr>
          <p:cNvSpPr txBox="1"/>
          <p:nvPr/>
        </p:nvSpPr>
        <p:spPr>
          <a:xfrm>
            <a:off x="437032" y="1427539"/>
            <a:ext cx="426398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017151" latinLnBrk="1">
              <a:tabLst>
                <a:tab pos="2425700" algn="l"/>
                <a:tab pos="2781300" algn="l"/>
              </a:tabLst>
              <a:defRPr/>
            </a:pPr>
            <a:r>
              <a:rPr lang="en-US" altLang="ko-KR" spc="-5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2009</a:t>
            </a:r>
            <a:r>
              <a:rPr lang="ko-KR" altLang="en-US" spc="-5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년 창사이래로 </a:t>
            </a:r>
            <a:r>
              <a:rPr lang="ko-KR" altLang="en-US" sz="2000" spc="-5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rgbClr val="FFFF0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안정적 시공실적 달성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5936D15-65F0-C1CC-C9B2-D2C8A7A019B9}"/>
              </a:ext>
            </a:extLst>
          </p:cNvPr>
          <p:cNvGrpSpPr/>
          <p:nvPr/>
        </p:nvGrpSpPr>
        <p:grpSpPr>
          <a:xfrm>
            <a:off x="428605" y="904102"/>
            <a:ext cx="702391" cy="277792"/>
            <a:chOff x="426531" y="906614"/>
            <a:chExt cx="702391" cy="277792"/>
          </a:xfrm>
        </p:grpSpPr>
        <p:sp>
          <p:nvSpPr>
            <p:cNvPr id="7" name="텍스트 개체 틀 2">
              <a:extLst>
                <a:ext uri="{FF2B5EF4-FFF2-40B4-BE49-F238E27FC236}">
                  <a16:creationId xmlns:a16="http://schemas.microsoft.com/office/drawing/2014/main" id="{8B79F4C7-0A56-E01E-1401-EB3081C91704}"/>
                </a:ext>
              </a:extLst>
            </p:cNvPr>
            <p:cNvSpPr txBox="1">
              <a:spLocks/>
            </p:cNvSpPr>
            <p:nvPr/>
          </p:nvSpPr>
          <p:spPr>
            <a:xfrm>
              <a:off x="760231" y="922400"/>
              <a:ext cx="368691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>
              <a:defPPr>
                <a:defRPr lang="ko-KR"/>
              </a:defPPr>
              <a:lvl1pPr indent="0" defTabSz="9144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>
                  <a:solidFill>
                    <a:schemeClr val="bg1">
                      <a:lumMod val="65000"/>
                    </a:schemeClr>
                  </a:solidFill>
                </a:defRPr>
              </a:lvl1pPr>
              <a:lvl2pPr marL="4572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/>
              </a:lvl2pPr>
              <a:lvl3pPr marL="0" lvl="2" indent="0" defTabSz="914400" fontAlgn="base" latinLnBrk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F5F5F"/>
                </a:buClr>
                <a:buSzPct val="100000"/>
                <a:buFont typeface="Arial" panose="020B0604020202020204" pitchFamily="34" charset="0"/>
                <a:buNone/>
                <a:tabLst>
                  <a:tab pos="88900" algn="l"/>
                </a:tabLst>
                <a:defRPr sz="2000" spc="-150">
                  <a:ln w="1270">
                    <a:noFill/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3pPr>
              <a:lvl4pPr marL="13716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4pPr>
              <a:lvl5pPr marL="18288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5pPr>
              <a:lvl6pPr marL="22860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6pPr>
              <a:lvl7pPr marL="27432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7pPr>
              <a:lvl8pPr marL="32004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8pPr>
              <a:lvl9pPr marL="36576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9pPr>
            </a:lstStyle>
            <a:p>
              <a:pPr lvl="2">
                <a:defRPr/>
              </a:pPr>
              <a:r>
                <a:rPr lang="ko-KR" altLang="en-US" sz="1600" spc="-100" dirty="0">
                  <a:ln w="1270"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0486DC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실적</a:t>
              </a:r>
            </a:p>
          </p:txBody>
        </p:sp>
        <p:sp>
          <p:nvSpPr>
            <p:cNvPr id="8" name="그래픽 122">
              <a:extLst>
                <a:ext uri="{FF2B5EF4-FFF2-40B4-BE49-F238E27FC236}">
                  <a16:creationId xmlns:a16="http://schemas.microsoft.com/office/drawing/2014/main" id="{20041DD5-1D00-ED82-C956-C1A1DF8E5B1C}"/>
                </a:ext>
              </a:extLst>
            </p:cNvPr>
            <p:cNvSpPr/>
            <p:nvPr/>
          </p:nvSpPr>
          <p:spPr>
            <a:xfrm>
              <a:off x="426531" y="906614"/>
              <a:ext cx="277779" cy="277792"/>
            </a:xfrm>
            <a:custGeom>
              <a:avLst/>
              <a:gdLst>
                <a:gd name="connsiteX0" fmla="*/ 860584 w 1804034"/>
                <a:gd name="connsiteY0" fmla="*/ 740569 h 1804130"/>
                <a:gd name="connsiteX1" fmla="*/ 969836 w 1804034"/>
                <a:gd name="connsiteY1" fmla="*/ 631317 h 1804130"/>
                <a:gd name="connsiteX2" fmla="*/ 1079087 w 1804034"/>
                <a:gd name="connsiteY2" fmla="*/ 740569 h 1804130"/>
                <a:gd name="connsiteX3" fmla="*/ 969836 w 1804034"/>
                <a:gd name="connsiteY3" fmla="*/ 849821 h 1804130"/>
                <a:gd name="connsiteX4" fmla="*/ 860584 w 1804034"/>
                <a:gd name="connsiteY4" fmla="*/ 740569 h 1804130"/>
                <a:gd name="connsiteX5" fmla="*/ 1395127 w 1804034"/>
                <a:gd name="connsiteY5" fmla="*/ 892397 h 1804130"/>
                <a:gd name="connsiteX6" fmla="*/ 1008888 w 1804034"/>
                <a:gd name="connsiteY6" fmla="*/ 931831 h 1804130"/>
                <a:gd name="connsiteX7" fmla="*/ 745903 w 1804034"/>
                <a:gd name="connsiteY7" fmla="*/ 811816 h 1804130"/>
                <a:gd name="connsiteX8" fmla="*/ 435293 w 1804034"/>
                <a:gd name="connsiteY8" fmla="*/ 930116 h 1804130"/>
                <a:gd name="connsiteX9" fmla="*/ 243173 w 1804034"/>
                <a:gd name="connsiteY9" fmla="*/ 912209 h 1804130"/>
                <a:gd name="connsiteX10" fmla="*/ 902018 w 1804034"/>
                <a:gd name="connsiteY10" fmla="*/ 1561148 h 1804130"/>
                <a:gd name="connsiteX11" fmla="*/ 1560767 w 1804034"/>
                <a:gd name="connsiteY11" fmla="*/ 916591 h 1804130"/>
                <a:gd name="connsiteX12" fmla="*/ 1395032 w 1804034"/>
                <a:gd name="connsiteY12" fmla="*/ 892397 h 1804130"/>
                <a:gd name="connsiteX13" fmla="*/ 1189292 w 1804034"/>
                <a:gd name="connsiteY13" fmla="*/ 592455 h 1804130"/>
                <a:gd name="connsiteX14" fmla="*/ 1252538 w 1804034"/>
                <a:gd name="connsiteY14" fmla="*/ 529209 h 1804130"/>
                <a:gd name="connsiteX15" fmla="*/ 1189292 w 1804034"/>
                <a:gd name="connsiteY15" fmla="*/ 465963 h 1804130"/>
                <a:gd name="connsiteX16" fmla="*/ 1126046 w 1804034"/>
                <a:gd name="connsiteY16" fmla="*/ 529209 h 1804130"/>
                <a:gd name="connsiteX17" fmla="*/ 1189292 w 1804034"/>
                <a:gd name="connsiteY17" fmla="*/ 592455 h 1804130"/>
                <a:gd name="connsiteX18" fmla="*/ 783336 w 1804034"/>
                <a:gd name="connsiteY18" fmla="*/ 641318 h 1804130"/>
                <a:gd name="connsiteX19" fmla="*/ 863822 w 1804034"/>
                <a:gd name="connsiteY19" fmla="*/ 560832 h 1804130"/>
                <a:gd name="connsiteX20" fmla="*/ 783336 w 1804034"/>
                <a:gd name="connsiteY20" fmla="*/ 480346 h 1804130"/>
                <a:gd name="connsiteX21" fmla="*/ 702850 w 1804034"/>
                <a:gd name="connsiteY21" fmla="*/ 560832 h 1804130"/>
                <a:gd name="connsiteX22" fmla="*/ 783336 w 1804034"/>
                <a:gd name="connsiteY22" fmla="*/ 641318 h 1804130"/>
                <a:gd name="connsiteX23" fmla="*/ 1804035 w 1804034"/>
                <a:gd name="connsiteY23" fmla="*/ 902113 h 1804130"/>
                <a:gd name="connsiteX24" fmla="*/ 902018 w 1804034"/>
                <a:gd name="connsiteY24" fmla="*/ 1804130 h 1804130"/>
                <a:gd name="connsiteX25" fmla="*/ 0 w 1804034"/>
                <a:gd name="connsiteY25" fmla="*/ 902018 h 1804130"/>
                <a:gd name="connsiteX26" fmla="*/ 902018 w 1804034"/>
                <a:gd name="connsiteY26" fmla="*/ 0 h 1804130"/>
                <a:gd name="connsiteX27" fmla="*/ 1804035 w 1804034"/>
                <a:gd name="connsiteY27" fmla="*/ 902018 h 1804130"/>
                <a:gd name="connsiteX28" fmla="*/ 1661160 w 1804034"/>
                <a:gd name="connsiteY28" fmla="*/ 902113 h 1804130"/>
                <a:gd name="connsiteX29" fmla="*/ 902018 w 1804034"/>
                <a:gd name="connsiteY29" fmla="*/ 142970 h 1804130"/>
                <a:gd name="connsiteX30" fmla="*/ 142875 w 1804034"/>
                <a:gd name="connsiteY30" fmla="*/ 902018 h 1804130"/>
                <a:gd name="connsiteX31" fmla="*/ 902018 w 1804034"/>
                <a:gd name="connsiteY31" fmla="*/ 1661160 h 1804130"/>
                <a:gd name="connsiteX32" fmla="*/ 1661160 w 1804034"/>
                <a:gd name="connsiteY32" fmla="*/ 902018 h 180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804034" h="1804130">
                  <a:moveTo>
                    <a:pt x="860584" y="740569"/>
                  </a:moveTo>
                  <a:cubicBezTo>
                    <a:pt x="860584" y="680180"/>
                    <a:pt x="909542" y="631317"/>
                    <a:pt x="969836" y="631317"/>
                  </a:cubicBezTo>
                  <a:cubicBezTo>
                    <a:pt x="1030129" y="631317"/>
                    <a:pt x="1079087" y="680276"/>
                    <a:pt x="1079087" y="740569"/>
                  </a:cubicBezTo>
                  <a:cubicBezTo>
                    <a:pt x="1079087" y="800862"/>
                    <a:pt x="1030129" y="849821"/>
                    <a:pt x="969836" y="849821"/>
                  </a:cubicBezTo>
                  <a:cubicBezTo>
                    <a:pt x="909542" y="849821"/>
                    <a:pt x="860584" y="800862"/>
                    <a:pt x="860584" y="740569"/>
                  </a:cubicBezTo>
                  <a:close/>
                  <a:moveTo>
                    <a:pt x="1395127" y="892397"/>
                  </a:moveTo>
                  <a:cubicBezTo>
                    <a:pt x="1166717" y="792099"/>
                    <a:pt x="1165003" y="841438"/>
                    <a:pt x="1008888" y="931831"/>
                  </a:cubicBezTo>
                  <a:cubicBezTo>
                    <a:pt x="852773" y="1022223"/>
                    <a:pt x="862584" y="882491"/>
                    <a:pt x="745903" y="811816"/>
                  </a:cubicBezTo>
                  <a:cubicBezTo>
                    <a:pt x="629222" y="741140"/>
                    <a:pt x="578263" y="861060"/>
                    <a:pt x="435293" y="930116"/>
                  </a:cubicBezTo>
                  <a:cubicBezTo>
                    <a:pt x="361569" y="965740"/>
                    <a:pt x="292703" y="942785"/>
                    <a:pt x="243173" y="912209"/>
                  </a:cubicBezTo>
                  <a:cubicBezTo>
                    <a:pt x="248507" y="1271492"/>
                    <a:pt x="541401" y="1561148"/>
                    <a:pt x="902018" y="1561148"/>
                  </a:cubicBezTo>
                  <a:cubicBezTo>
                    <a:pt x="1262634" y="1561148"/>
                    <a:pt x="1553147" y="1273874"/>
                    <a:pt x="1560767" y="916591"/>
                  </a:cubicBezTo>
                  <a:cubicBezTo>
                    <a:pt x="1507236" y="922211"/>
                    <a:pt x="1450753" y="916781"/>
                    <a:pt x="1395032" y="892397"/>
                  </a:cubicBezTo>
                  <a:close/>
                  <a:moveTo>
                    <a:pt x="1189292" y="592455"/>
                  </a:moveTo>
                  <a:cubicBezTo>
                    <a:pt x="1224248" y="592455"/>
                    <a:pt x="1252538" y="564166"/>
                    <a:pt x="1252538" y="529209"/>
                  </a:cubicBezTo>
                  <a:cubicBezTo>
                    <a:pt x="1252538" y="494252"/>
                    <a:pt x="1224248" y="465963"/>
                    <a:pt x="1189292" y="465963"/>
                  </a:cubicBezTo>
                  <a:cubicBezTo>
                    <a:pt x="1154335" y="465963"/>
                    <a:pt x="1126046" y="494252"/>
                    <a:pt x="1126046" y="529209"/>
                  </a:cubicBezTo>
                  <a:cubicBezTo>
                    <a:pt x="1126046" y="564166"/>
                    <a:pt x="1154335" y="592455"/>
                    <a:pt x="1189292" y="592455"/>
                  </a:cubicBezTo>
                  <a:close/>
                  <a:moveTo>
                    <a:pt x="783336" y="641318"/>
                  </a:moveTo>
                  <a:cubicBezTo>
                    <a:pt x="827818" y="641318"/>
                    <a:pt x="863822" y="605314"/>
                    <a:pt x="863822" y="560832"/>
                  </a:cubicBezTo>
                  <a:cubicBezTo>
                    <a:pt x="863822" y="516350"/>
                    <a:pt x="827818" y="480346"/>
                    <a:pt x="783336" y="480346"/>
                  </a:cubicBezTo>
                  <a:cubicBezTo>
                    <a:pt x="738854" y="480346"/>
                    <a:pt x="702850" y="516350"/>
                    <a:pt x="702850" y="560832"/>
                  </a:cubicBezTo>
                  <a:cubicBezTo>
                    <a:pt x="702850" y="605314"/>
                    <a:pt x="738854" y="641318"/>
                    <a:pt x="783336" y="641318"/>
                  </a:cubicBezTo>
                  <a:close/>
                  <a:moveTo>
                    <a:pt x="1804035" y="902113"/>
                  </a:moveTo>
                  <a:cubicBezTo>
                    <a:pt x="1804035" y="1399508"/>
                    <a:pt x="1399413" y="1804130"/>
                    <a:pt x="902018" y="1804130"/>
                  </a:cubicBezTo>
                  <a:cubicBezTo>
                    <a:pt x="404622" y="1804130"/>
                    <a:pt x="0" y="1399413"/>
                    <a:pt x="0" y="902018"/>
                  </a:cubicBezTo>
                  <a:cubicBezTo>
                    <a:pt x="0" y="404622"/>
                    <a:pt x="404622" y="0"/>
                    <a:pt x="902018" y="0"/>
                  </a:cubicBezTo>
                  <a:cubicBezTo>
                    <a:pt x="1399413" y="0"/>
                    <a:pt x="1804035" y="404622"/>
                    <a:pt x="1804035" y="902018"/>
                  </a:cubicBezTo>
                  <a:close/>
                  <a:moveTo>
                    <a:pt x="1661160" y="902113"/>
                  </a:moveTo>
                  <a:cubicBezTo>
                    <a:pt x="1661160" y="483489"/>
                    <a:pt x="1320641" y="142970"/>
                    <a:pt x="902018" y="142970"/>
                  </a:cubicBezTo>
                  <a:cubicBezTo>
                    <a:pt x="483394" y="142970"/>
                    <a:pt x="142875" y="483394"/>
                    <a:pt x="142875" y="902018"/>
                  </a:cubicBezTo>
                  <a:cubicBezTo>
                    <a:pt x="142875" y="1320641"/>
                    <a:pt x="483394" y="1661160"/>
                    <a:pt x="902018" y="1661160"/>
                  </a:cubicBezTo>
                  <a:cubicBezTo>
                    <a:pt x="1320641" y="1661160"/>
                    <a:pt x="1661160" y="1320641"/>
                    <a:pt x="1661160" y="902018"/>
                  </a:cubicBezTo>
                  <a:close/>
                </a:path>
              </a:pathLst>
            </a:custGeom>
            <a:gradFill>
              <a:gsLst>
                <a:gs pos="0">
                  <a:srgbClr val="1BB214"/>
                </a:gs>
                <a:gs pos="100000">
                  <a:srgbClr val="0486D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endParaRPr kumimoji="1" lang="ko-KR" altLang="en-US" sz="2215" b="1">
                <a:ln w="13500">
                  <a:solidFill>
                    <a:srgbClr val="576C87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</p:grpSp>
      <p:sp>
        <p:nvSpPr>
          <p:cNvPr id="234" name="사각형: 둥근 모서리 81">
            <a:extLst>
              <a:ext uri="{FF2B5EF4-FFF2-40B4-BE49-F238E27FC236}">
                <a16:creationId xmlns:a16="http://schemas.microsoft.com/office/drawing/2014/main" id="{EE345781-06AB-0073-0394-F687463A4291}"/>
              </a:ext>
            </a:extLst>
          </p:cNvPr>
          <p:cNvSpPr/>
          <p:nvPr/>
        </p:nvSpPr>
        <p:spPr>
          <a:xfrm>
            <a:off x="729263" y="2131636"/>
            <a:ext cx="6868906" cy="1912463"/>
          </a:xfrm>
          <a:prstGeom prst="rect">
            <a:avLst/>
          </a:prstGeom>
          <a:solidFill>
            <a:srgbClr val="BAC6DC">
              <a:alpha val="4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500" dirty="0">
              <a:solidFill>
                <a:srgbClr val="6E7B88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35" name="사각형: 둥근 모서리 81">
            <a:extLst>
              <a:ext uri="{FF2B5EF4-FFF2-40B4-BE49-F238E27FC236}">
                <a16:creationId xmlns:a16="http://schemas.microsoft.com/office/drawing/2014/main" id="{9F61E3BF-0D87-9ECC-6BE5-04A33E63C987}"/>
              </a:ext>
            </a:extLst>
          </p:cNvPr>
          <p:cNvSpPr/>
          <p:nvPr/>
        </p:nvSpPr>
        <p:spPr>
          <a:xfrm>
            <a:off x="1812713" y="4489479"/>
            <a:ext cx="5785433" cy="1621762"/>
          </a:xfrm>
          <a:prstGeom prst="rect">
            <a:avLst/>
          </a:prstGeom>
          <a:solidFill>
            <a:srgbClr val="BAC6DC">
              <a:alpha val="4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500" dirty="0">
              <a:solidFill>
                <a:srgbClr val="6E7B88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36" name="사각형: 둥근 모서리 81">
            <a:extLst>
              <a:ext uri="{FF2B5EF4-FFF2-40B4-BE49-F238E27FC236}">
                <a16:creationId xmlns:a16="http://schemas.microsoft.com/office/drawing/2014/main" id="{41B4918E-87FB-7297-EE3A-D187DB48AA86}"/>
              </a:ext>
            </a:extLst>
          </p:cNvPr>
          <p:cNvSpPr/>
          <p:nvPr/>
        </p:nvSpPr>
        <p:spPr>
          <a:xfrm>
            <a:off x="697584" y="2131636"/>
            <a:ext cx="6040088" cy="349163"/>
          </a:xfrm>
          <a:prstGeom prst="rect">
            <a:avLst/>
          </a:prstGeom>
          <a:solidFill>
            <a:srgbClr val="25835F"/>
          </a:solidFill>
          <a:ln w="3828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/>
            <a:endParaRPr lang="ko-KR" altLang="en-US" sz="2800" b="1" kern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sp>
        <p:nvSpPr>
          <p:cNvPr id="237" name="텍스트 개체 틀 2">
            <a:extLst>
              <a:ext uri="{FF2B5EF4-FFF2-40B4-BE49-F238E27FC236}">
                <a16:creationId xmlns:a16="http://schemas.microsoft.com/office/drawing/2014/main" id="{495CBE49-5192-E566-A612-09F03AF39BAB}"/>
              </a:ext>
            </a:extLst>
          </p:cNvPr>
          <p:cNvSpPr txBox="1">
            <a:spLocks/>
          </p:cNvSpPr>
          <p:nvPr/>
        </p:nvSpPr>
        <p:spPr>
          <a:xfrm>
            <a:off x="2233454" y="2198493"/>
            <a:ext cx="1870705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신기술 지정증서 제 </a:t>
            </a:r>
            <a:r>
              <a:rPr lang="en-US" altLang="ko-KR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936</a:t>
            </a:r>
            <a:r>
              <a:rPr lang="ko-KR" altLang="en-US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호</a:t>
            </a: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08E186C3-DA45-FC04-2162-FC85475D966A}"/>
              </a:ext>
            </a:extLst>
          </p:cNvPr>
          <p:cNvGrpSpPr/>
          <p:nvPr/>
        </p:nvGrpSpPr>
        <p:grpSpPr>
          <a:xfrm>
            <a:off x="2233454" y="2637394"/>
            <a:ext cx="788727" cy="1180380"/>
            <a:chOff x="2199506" y="2195725"/>
            <a:chExt cx="739177" cy="1106225"/>
          </a:xfrm>
        </p:grpSpPr>
        <p:grpSp>
          <p:nvGrpSpPr>
            <p:cNvPr id="239" name="그룹 238">
              <a:extLst>
                <a:ext uri="{FF2B5EF4-FFF2-40B4-BE49-F238E27FC236}">
                  <a16:creationId xmlns:a16="http://schemas.microsoft.com/office/drawing/2014/main" id="{A83244AE-E8FC-8396-5702-02CF1866115A}"/>
                </a:ext>
              </a:extLst>
            </p:cNvPr>
            <p:cNvGrpSpPr/>
            <p:nvPr/>
          </p:nvGrpSpPr>
          <p:grpSpPr>
            <a:xfrm>
              <a:off x="2199506" y="2350456"/>
              <a:ext cx="739177" cy="951494"/>
              <a:chOff x="1859105" y="2643183"/>
              <a:chExt cx="676823" cy="871907"/>
            </a:xfrm>
          </p:grpSpPr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465339F9-7699-EA6A-8411-3930A95D8EFF}"/>
                  </a:ext>
                </a:extLst>
              </p:cNvPr>
              <p:cNvSpPr/>
              <p:nvPr/>
            </p:nvSpPr>
            <p:spPr>
              <a:xfrm>
                <a:off x="1859105" y="2643183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242" name="그림 241">
                <a:extLst>
                  <a:ext uri="{FF2B5EF4-FFF2-40B4-BE49-F238E27FC236}">
                    <a16:creationId xmlns:a16="http://schemas.microsoft.com/office/drawing/2014/main" id="{E96EB40D-B5BB-E4B9-6EA6-055D465F23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5510" y="2681838"/>
                <a:ext cx="564013" cy="794596"/>
              </a:xfrm>
              <a:prstGeom prst="rect">
                <a:avLst/>
              </a:prstGeom>
            </p:spPr>
          </p:pic>
        </p:grpSp>
        <p:sp>
          <p:nvSpPr>
            <p:cNvPr id="240" name="사각형: 둥근 모서리 30">
              <a:extLst>
                <a:ext uri="{FF2B5EF4-FFF2-40B4-BE49-F238E27FC236}">
                  <a16:creationId xmlns:a16="http://schemas.microsoft.com/office/drawing/2014/main" id="{E23CBB5F-E999-329A-85C0-0DAA603FFFFD}"/>
                </a:ext>
              </a:extLst>
            </p:cNvPr>
            <p:cNvSpPr/>
            <p:nvPr/>
          </p:nvSpPr>
          <p:spPr>
            <a:xfrm>
              <a:off x="2202297" y="2195725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10-1022842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7B35228E-5B95-1C58-F199-00533DE0E960}"/>
              </a:ext>
            </a:extLst>
          </p:cNvPr>
          <p:cNvGrpSpPr/>
          <p:nvPr/>
        </p:nvGrpSpPr>
        <p:grpSpPr>
          <a:xfrm>
            <a:off x="3929956" y="2637394"/>
            <a:ext cx="788727" cy="1180380"/>
            <a:chOff x="3031588" y="2195725"/>
            <a:chExt cx="739177" cy="1106225"/>
          </a:xfrm>
        </p:grpSpPr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674BD9EC-0ADA-0796-CBD6-A2EC0333A7F8}"/>
                </a:ext>
              </a:extLst>
            </p:cNvPr>
            <p:cNvGrpSpPr/>
            <p:nvPr/>
          </p:nvGrpSpPr>
          <p:grpSpPr>
            <a:xfrm>
              <a:off x="3031588" y="2350456"/>
              <a:ext cx="739177" cy="951494"/>
              <a:chOff x="2623150" y="2643183"/>
              <a:chExt cx="676823" cy="871907"/>
            </a:xfrm>
          </p:grpSpPr>
          <p:sp>
            <p:nvSpPr>
              <p:cNvPr id="298" name="직사각형 297">
                <a:extLst>
                  <a:ext uri="{FF2B5EF4-FFF2-40B4-BE49-F238E27FC236}">
                    <a16:creationId xmlns:a16="http://schemas.microsoft.com/office/drawing/2014/main" id="{63386139-A452-54D6-CCE3-F52525493217}"/>
                  </a:ext>
                </a:extLst>
              </p:cNvPr>
              <p:cNvSpPr/>
              <p:nvPr/>
            </p:nvSpPr>
            <p:spPr>
              <a:xfrm>
                <a:off x="2623150" y="2643183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20" name="그림 319">
                <a:extLst>
                  <a:ext uri="{FF2B5EF4-FFF2-40B4-BE49-F238E27FC236}">
                    <a16:creationId xmlns:a16="http://schemas.microsoft.com/office/drawing/2014/main" id="{A95CE878-D717-C533-0D62-F8E5026C80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0982" y="2665555"/>
                <a:ext cx="600480" cy="841176"/>
              </a:xfrm>
              <a:prstGeom prst="rect">
                <a:avLst/>
              </a:prstGeom>
              <a:gradFill>
                <a:gsLst>
                  <a:gs pos="56000">
                    <a:srgbClr val="1C7C37"/>
                  </a:gs>
                  <a:gs pos="56000">
                    <a:srgbClr val="0F5913"/>
                  </a:gs>
                </a:gsLst>
                <a:lin ang="3600000" scaled="0"/>
              </a:gradFill>
              <a:ln w="15875">
                <a:noFill/>
              </a:ln>
              <a:effectLst/>
            </p:spPr>
          </p:pic>
        </p:grpSp>
        <p:sp>
          <p:nvSpPr>
            <p:cNvPr id="248" name="사각형: 둥근 모서리 30">
              <a:extLst>
                <a:ext uri="{FF2B5EF4-FFF2-40B4-BE49-F238E27FC236}">
                  <a16:creationId xmlns:a16="http://schemas.microsoft.com/office/drawing/2014/main" id="{1D503B9A-D62F-FB7B-1BBC-075B5E4E6C42}"/>
                </a:ext>
              </a:extLst>
            </p:cNvPr>
            <p:cNvSpPr/>
            <p:nvPr/>
          </p:nvSpPr>
          <p:spPr>
            <a:xfrm>
              <a:off x="3034379" y="2195725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10-1262049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14B29A94-D2B6-9104-587B-FC00C890930E}"/>
              </a:ext>
            </a:extLst>
          </p:cNvPr>
          <p:cNvGrpSpPr/>
          <p:nvPr/>
        </p:nvGrpSpPr>
        <p:grpSpPr>
          <a:xfrm>
            <a:off x="5626458" y="2637394"/>
            <a:ext cx="788727" cy="1180380"/>
            <a:chOff x="3863669" y="2195725"/>
            <a:chExt cx="739177" cy="1106225"/>
          </a:xfrm>
        </p:grpSpPr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E3B913A6-D13B-2C2C-BFE1-1CA9E71EF1E0}"/>
                </a:ext>
              </a:extLst>
            </p:cNvPr>
            <p:cNvGrpSpPr/>
            <p:nvPr/>
          </p:nvGrpSpPr>
          <p:grpSpPr>
            <a:xfrm>
              <a:off x="3863669" y="2350456"/>
              <a:ext cx="739177" cy="951494"/>
              <a:chOff x="3387193" y="2643183"/>
              <a:chExt cx="676823" cy="871907"/>
            </a:xfrm>
          </p:grpSpPr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20AB42C8-84A7-29E1-2B80-C9E5AEC1C8D2}"/>
                  </a:ext>
                </a:extLst>
              </p:cNvPr>
              <p:cNvSpPr/>
              <p:nvPr/>
            </p:nvSpPr>
            <p:spPr>
              <a:xfrm>
                <a:off x="3387193" y="2643183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25" name="그림 324">
                <a:extLst>
                  <a:ext uri="{FF2B5EF4-FFF2-40B4-BE49-F238E27FC236}">
                    <a16:creationId xmlns:a16="http://schemas.microsoft.com/office/drawing/2014/main" id="{5D94FB14-352B-DFB5-C9B6-74AA01D9C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37379" y="2669440"/>
                <a:ext cx="588626" cy="829946"/>
              </a:xfrm>
              <a:prstGeom prst="rect">
                <a:avLst/>
              </a:prstGeom>
            </p:spPr>
          </p:pic>
        </p:grpSp>
        <p:sp>
          <p:nvSpPr>
            <p:cNvPr id="323" name="사각형: 둥근 모서리 30">
              <a:extLst>
                <a:ext uri="{FF2B5EF4-FFF2-40B4-BE49-F238E27FC236}">
                  <a16:creationId xmlns:a16="http://schemas.microsoft.com/office/drawing/2014/main" id="{693010F0-DBB7-4386-3245-DC2CC55B476B}"/>
                </a:ext>
              </a:extLst>
            </p:cNvPr>
            <p:cNvSpPr/>
            <p:nvPr/>
          </p:nvSpPr>
          <p:spPr>
            <a:xfrm>
              <a:off x="3866460" y="2195725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10-1275597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26" name="그룹 325">
            <a:extLst>
              <a:ext uri="{FF2B5EF4-FFF2-40B4-BE49-F238E27FC236}">
                <a16:creationId xmlns:a16="http://schemas.microsoft.com/office/drawing/2014/main" id="{E795C68C-3B22-6C0E-97E3-795C211BAEC7}"/>
              </a:ext>
            </a:extLst>
          </p:cNvPr>
          <p:cNvGrpSpPr/>
          <p:nvPr/>
        </p:nvGrpSpPr>
        <p:grpSpPr>
          <a:xfrm>
            <a:off x="3081705" y="2637394"/>
            <a:ext cx="788727" cy="1180380"/>
            <a:chOff x="2615547" y="2703081"/>
            <a:chExt cx="739177" cy="1106225"/>
          </a:xfrm>
        </p:grpSpPr>
        <p:grpSp>
          <p:nvGrpSpPr>
            <p:cNvPr id="327" name="그룹 326">
              <a:extLst>
                <a:ext uri="{FF2B5EF4-FFF2-40B4-BE49-F238E27FC236}">
                  <a16:creationId xmlns:a16="http://schemas.microsoft.com/office/drawing/2014/main" id="{EC509B2E-B5F3-6ADF-FD31-3033C6E0242D}"/>
                </a:ext>
              </a:extLst>
            </p:cNvPr>
            <p:cNvGrpSpPr/>
            <p:nvPr/>
          </p:nvGrpSpPr>
          <p:grpSpPr>
            <a:xfrm>
              <a:off x="2615547" y="2857812"/>
              <a:ext cx="739177" cy="951494"/>
              <a:chOff x="2241249" y="3063454"/>
              <a:chExt cx="676823" cy="871907"/>
            </a:xfrm>
          </p:grpSpPr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74730FAA-E1B9-8C15-50BA-CCB4C6211F85}"/>
                  </a:ext>
                </a:extLst>
              </p:cNvPr>
              <p:cNvSpPr/>
              <p:nvPr/>
            </p:nvSpPr>
            <p:spPr>
              <a:xfrm>
                <a:off x="2241249" y="3063454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30" name="그림 329">
                <a:extLst>
                  <a:ext uri="{FF2B5EF4-FFF2-40B4-BE49-F238E27FC236}">
                    <a16:creationId xmlns:a16="http://schemas.microsoft.com/office/drawing/2014/main" id="{EE8BE4F6-A6E2-C983-B6FF-B24C272D61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t="4237"/>
              <a:stretch/>
            </p:blipFill>
            <p:spPr>
              <a:xfrm>
                <a:off x="2297244" y="3117449"/>
                <a:ext cx="564832" cy="763917"/>
              </a:xfrm>
              <a:prstGeom prst="rect">
                <a:avLst/>
              </a:prstGeom>
            </p:spPr>
          </p:pic>
        </p:grpSp>
        <p:sp>
          <p:nvSpPr>
            <p:cNvPr id="328" name="사각형: 둥근 모서리 30">
              <a:extLst>
                <a:ext uri="{FF2B5EF4-FFF2-40B4-BE49-F238E27FC236}">
                  <a16:creationId xmlns:a16="http://schemas.microsoft.com/office/drawing/2014/main" id="{71821A1E-B927-ED69-895C-710ABB3F0B61}"/>
                </a:ext>
              </a:extLst>
            </p:cNvPr>
            <p:cNvSpPr/>
            <p:nvPr/>
          </p:nvSpPr>
          <p:spPr>
            <a:xfrm>
              <a:off x="2618338" y="2703081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10-1589299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31" name="그룹 330">
            <a:extLst>
              <a:ext uri="{FF2B5EF4-FFF2-40B4-BE49-F238E27FC236}">
                <a16:creationId xmlns:a16="http://schemas.microsoft.com/office/drawing/2014/main" id="{D498FCD2-03E3-2FA1-6D0C-166BBC8ED525}"/>
              </a:ext>
            </a:extLst>
          </p:cNvPr>
          <p:cNvGrpSpPr/>
          <p:nvPr/>
        </p:nvGrpSpPr>
        <p:grpSpPr>
          <a:xfrm>
            <a:off x="4778207" y="2637394"/>
            <a:ext cx="788727" cy="1180380"/>
            <a:chOff x="3447629" y="2703081"/>
            <a:chExt cx="739177" cy="1106225"/>
          </a:xfrm>
        </p:grpSpPr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A6C0FDB6-E5F8-D6E8-E5D9-1D1710E56843}"/>
                </a:ext>
              </a:extLst>
            </p:cNvPr>
            <p:cNvGrpSpPr/>
            <p:nvPr/>
          </p:nvGrpSpPr>
          <p:grpSpPr>
            <a:xfrm>
              <a:off x="3447629" y="2857812"/>
              <a:ext cx="739177" cy="951494"/>
              <a:chOff x="3005293" y="3063454"/>
              <a:chExt cx="676823" cy="871907"/>
            </a:xfrm>
          </p:grpSpPr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55B92E6B-5BB3-796C-80F4-DD985A8D4FA8}"/>
                  </a:ext>
                </a:extLst>
              </p:cNvPr>
              <p:cNvSpPr/>
              <p:nvPr/>
            </p:nvSpPr>
            <p:spPr>
              <a:xfrm>
                <a:off x="3005293" y="3063454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35" name="그림 334">
                <a:extLst>
                  <a:ext uri="{FF2B5EF4-FFF2-40B4-BE49-F238E27FC236}">
                    <a16:creationId xmlns:a16="http://schemas.microsoft.com/office/drawing/2014/main" id="{7BB09FED-DFB8-0CFE-1DBA-0E51A59CB88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b="6147"/>
              <a:stretch/>
            </p:blipFill>
            <p:spPr>
              <a:xfrm>
                <a:off x="3054100" y="3114970"/>
                <a:ext cx="579017" cy="770308"/>
              </a:xfrm>
              <a:prstGeom prst="rect">
                <a:avLst/>
              </a:prstGeom>
            </p:spPr>
          </p:pic>
        </p:grpSp>
        <p:sp>
          <p:nvSpPr>
            <p:cNvPr id="333" name="사각형: 둥근 모서리 30">
              <a:extLst>
                <a:ext uri="{FF2B5EF4-FFF2-40B4-BE49-F238E27FC236}">
                  <a16:creationId xmlns:a16="http://schemas.microsoft.com/office/drawing/2014/main" id="{554598FA-47A1-E976-E280-B1F6A57EEA8A}"/>
                </a:ext>
              </a:extLst>
            </p:cNvPr>
            <p:cNvSpPr/>
            <p:nvPr/>
          </p:nvSpPr>
          <p:spPr>
            <a:xfrm>
              <a:off x="3450420" y="2703081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10-1507114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3D1E5D01-C5FC-9589-5DFB-03DC984A8487}"/>
              </a:ext>
            </a:extLst>
          </p:cNvPr>
          <p:cNvGrpSpPr>
            <a:grpSpLocks noChangeAspect="1"/>
          </p:cNvGrpSpPr>
          <p:nvPr/>
        </p:nvGrpSpPr>
        <p:grpSpPr>
          <a:xfrm>
            <a:off x="2060990" y="4842428"/>
            <a:ext cx="788400" cy="1178203"/>
            <a:chOff x="2184648" y="4308341"/>
            <a:chExt cx="739177" cy="1199520"/>
          </a:xfrm>
        </p:grpSpPr>
        <p:grpSp>
          <p:nvGrpSpPr>
            <p:cNvPr id="353" name="그룹 352">
              <a:extLst>
                <a:ext uri="{FF2B5EF4-FFF2-40B4-BE49-F238E27FC236}">
                  <a16:creationId xmlns:a16="http://schemas.microsoft.com/office/drawing/2014/main" id="{3B8FB0F6-0495-6984-BC41-07C1B460C2F5}"/>
                </a:ext>
              </a:extLst>
            </p:cNvPr>
            <p:cNvGrpSpPr/>
            <p:nvPr/>
          </p:nvGrpSpPr>
          <p:grpSpPr>
            <a:xfrm>
              <a:off x="2184648" y="4556367"/>
              <a:ext cx="739177" cy="951494"/>
              <a:chOff x="1892104" y="4429807"/>
              <a:chExt cx="822174" cy="1059314"/>
            </a:xfrm>
          </p:grpSpPr>
          <p:sp>
            <p:nvSpPr>
              <p:cNvPr id="355" name="직사각형 354">
                <a:extLst>
                  <a:ext uri="{FF2B5EF4-FFF2-40B4-BE49-F238E27FC236}">
                    <a16:creationId xmlns:a16="http://schemas.microsoft.com/office/drawing/2014/main" id="{7F744E22-5123-FBEC-DDB3-B71FA2C6D340}"/>
                  </a:ext>
                </a:extLst>
              </p:cNvPr>
              <p:cNvSpPr/>
              <p:nvPr/>
            </p:nvSpPr>
            <p:spPr>
              <a:xfrm>
                <a:off x="1892104" y="4429807"/>
                <a:ext cx="822174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56" name="그림 355">
                <a:extLst>
                  <a:ext uri="{FF2B5EF4-FFF2-40B4-BE49-F238E27FC236}">
                    <a16:creationId xmlns:a16="http://schemas.microsoft.com/office/drawing/2014/main" id="{D6293D60-95D9-D3DF-4F1D-4BEA3AF944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l="606" t="440"/>
              <a:stretch/>
            </p:blipFill>
            <p:spPr>
              <a:xfrm>
                <a:off x="1971844" y="4502210"/>
                <a:ext cx="666917" cy="932500"/>
              </a:xfrm>
              <a:prstGeom prst="rect">
                <a:avLst/>
              </a:prstGeom>
            </p:spPr>
          </p:pic>
        </p:grpSp>
        <p:sp>
          <p:nvSpPr>
            <p:cNvPr id="354" name="사각형: 둥근 모서리 30">
              <a:extLst>
                <a:ext uri="{FF2B5EF4-FFF2-40B4-BE49-F238E27FC236}">
                  <a16:creationId xmlns:a16="http://schemas.microsoft.com/office/drawing/2014/main" id="{5FD82490-DF42-C248-2FE6-58C9FD69F340}"/>
                </a:ext>
              </a:extLst>
            </p:cNvPr>
            <p:cNvSpPr/>
            <p:nvPr/>
          </p:nvSpPr>
          <p:spPr>
            <a:xfrm>
              <a:off x="2184648" y="4308341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수도용 자재와 제품의</a:t>
              </a:r>
              <a:endParaRPr lang="en-US" altLang="ko-KR" sz="650" spc="-30" dirty="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72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algn="ctr"/>
              <a:r>
                <a:rPr lang="ko-KR" altLang="en-US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적합인증 </a:t>
              </a:r>
              <a:r>
                <a:rPr lang="en-US" altLang="ko-KR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(CP</a:t>
              </a:r>
              <a:r>
                <a:rPr lang="ko-KR" altLang="en-US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인증</a:t>
              </a:r>
              <a:r>
                <a:rPr lang="en-US" altLang="ko-KR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</p:txBody>
        </p:sp>
      </p:grp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581A55B7-B508-892A-CD5F-4A2A8898C77A}"/>
              </a:ext>
            </a:extLst>
          </p:cNvPr>
          <p:cNvGrpSpPr>
            <a:grpSpLocks noChangeAspect="1"/>
          </p:cNvGrpSpPr>
          <p:nvPr/>
        </p:nvGrpSpPr>
        <p:grpSpPr>
          <a:xfrm>
            <a:off x="3864172" y="4842428"/>
            <a:ext cx="788400" cy="1178203"/>
            <a:chOff x="3312568" y="4308341"/>
            <a:chExt cx="739177" cy="1199520"/>
          </a:xfrm>
        </p:grpSpPr>
        <p:grpSp>
          <p:nvGrpSpPr>
            <p:cNvPr id="349" name="그룹 348">
              <a:extLst>
                <a:ext uri="{FF2B5EF4-FFF2-40B4-BE49-F238E27FC236}">
                  <a16:creationId xmlns:a16="http://schemas.microsoft.com/office/drawing/2014/main" id="{EC75B8BC-004E-4F87-FE78-F9170CFAA549}"/>
                </a:ext>
              </a:extLst>
            </p:cNvPr>
            <p:cNvGrpSpPr/>
            <p:nvPr/>
          </p:nvGrpSpPr>
          <p:grpSpPr>
            <a:xfrm>
              <a:off x="3312568" y="4556367"/>
              <a:ext cx="739177" cy="951494"/>
              <a:chOff x="3129713" y="4429807"/>
              <a:chExt cx="822174" cy="1059314"/>
            </a:xfrm>
          </p:grpSpPr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1B8CA99-301A-E19D-04C6-3AC5D8899FD1}"/>
                  </a:ext>
                </a:extLst>
              </p:cNvPr>
              <p:cNvSpPr/>
              <p:nvPr/>
            </p:nvSpPr>
            <p:spPr>
              <a:xfrm>
                <a:off x="3129713" y="4429807"/>
                <a:ext cx="822174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52" name="그림 351">
                <a:extLst>
                  <a:ext uri="{FF2B5EF4-FFF2-40B4-BE49-F238E27FC236}">
                    <a16:creationId xmlns:a16="http://schemas.microsoft.com/office/drawing/2014/main" id="{958C5FC3-8427-8B0A-EAC0-E41E47B95D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4270" t="10316" r="3400" b="1843"/>
              <a:stretch/>
            </p:blipFill>
            <p:spPr>
              <a:xfrm>
                <a:off x="3181715" y="4486807"/>
                <a:ext cx="713945" cy="947903"/>
              </a:xfrm>
              <a:prstGeom prst="rect">
                <a:avLst/>
              </a:prstGeom>
            </p:spPr>
          </p:pic>
        </p:grpSp>
        <p:sp>
          <p:nvSpPr>
            <p:cNvPr id="350" name="사각형: 둥근 모서리 30">
              <a:extLst>
                <a:ext uri="{FF2B5EF4-FFF2-40B4-BE49-F238E27FC236}">
                  <a16:creationId xmlns:a16="http://schemas.microsoft.com/office/drawing/2014/main" id="{36C49E1A-9A0B-890C-1D04-A5255D972090}"/>
                </a:ext>
              </a:extLst>
            </p:cNvPr>
            <p:cNvSpPr/>
            <p:nvPr/>
          </p:nvSpPr>
          <p:spPr>
            <a:xfrm>
              <a:off x="3312568" y="4308341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ISO 900</a:t>
              </a:r>
            </a:p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: 2015</a:t>
              </a:r>
            </a:p>
          </p:txBody>
        </p:sp>
      </p:grpSp>
      <p:grpSp>
        <p:nvGrpSpPr>
          <p:cNvPr id="339" name="그룹 338">
            <a:extLst>
              <a:ext uri="{FF2B5EF4-FFF2-40B4-BE49-F238E27FC236}">
                <a16:creationId xmlns:a16="http://schemas.microsoft.com/office/drawing/2014/main" id="{571FE1FE-3264-138E-9C9A-E994852E351C}"/>
              </a:ext>
            </a:extLst>
          </p:cNvPr>
          <p:cNvGrpSpPr>
            <a:grpSpLocks noChangeAspect="1"/>
          </p:cNvGrpSpPr>
          <p:nvPr/>
        </p:nvGrpSpPr>
        <p:grpSpPr>
          <a:xfrm>
            <a:off x="2962581" y="4842428"/>
            <a:ext cx="788400" cy="1178203"/>
            <a:chOff x="2748608" y="4815697"/>
            <a:chExt cx="739177" cy="1199520"/>
          </a:xfrm>
        </p:grpSpPr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3AD06D89-4A45-4735-A694-2D54B8C2ED3A}"/>
                </a:ext>
              </a:extLst>
            </p:cNvPr>
            <p:cNvGrpSpPr/>
            <p:nvPr/>
          </p:nvGrpSpPr>
          <p:grpSpPr>
            <a:xfrm>
              <a:off x="2748608" y="5063723"/>
              <a:ext cx="739177" cy="951494"/>
              <a:chOff x="2510908" y="4909455"/>
              <a:chExt cx="822174" cy="1059314"/>
            </a:xfrm>
          </p:grpSpPr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E76DA197-78E0-63C1-2AA6-318C182B9B0A}"/>
                  </a:ext>
                </a:extLst>
              </p:cNvPr>
              <p:cNvSpPr/>
              <p:nvPr/>
            </p:nvSpPr>
            <p:spPr>
              <a:xfrm>
                <a:off x="2510908" y="4909455"/>
                <a:ext cx="822174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48" name="그림 347">
                <a:extLst>
                  <a:ext uri="{FF2B5EF4-FFF2-40B4-BE49-F238E27FC236}">
                    <a16:creationId xmlns:a16="http://schemas.microsoft.com/office/drawing/2014/main" id="{EF071F38-C789-C065-4A09-0B7172EA8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84130" y="4981858"/>
                <a:ext cx="675732" cy="928252"/>
              </a:xfrm>
              <a:prstGeom prst="rect">
                <a:avLst/>
              </a:prstGeom>
            </p:spPr>
          </p:pic>
        </p:grpSp>
        <p:sp>
          <p:nvSpPr>
            <p:cNvPr id="346" name="사각형: 둥근 모서리 30">
              <a:extLst>
                <a:ext uri="{FF2B5EF4-FFF2-40B4-BE49-F238E27FC236}">
                  <a16:creationId xmlns:a16="http://schemas.microsoft.com/office/drawing/2014/main" id="{0A30EB3F-2470-93CD-376A-70EDDC46DE5C}"/>
                </a:ext>
              </a:extLst>
            </p:cNvPr>
            <p:cNvSpPr/>
            <p:nvPr/>
          </p:nvSpPr>
          <p:spPr>
            <a:xfrm>
              <a:off x="2748608" y="4815697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위생안전기준</a:t>
              </a:r>
            </a:p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(KC</a:t>
              </a:r>
              <a:r>
                <a:rPr lang="ko-KR" altLang="en-US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인증</a:t>
              </a:r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</p:txBody>
        </p:sp>
      </p:grpSp>
      <p:grpSp>
        <p:nvGrpSpPr>
          <p:cNvPr id="340" name="그룹 339">
            <a:extLst>
              <a:ext uri="{FF2B5EF4-FFF2-40B4-BE49-F238E27FC236}">
                <a16:creationId xmlns:a16="http://schemas.microsoft.com/office/drawing/2014/main" id="{672EEFA9-F857-5531-A935-2ADDF4DB18E9}"/>
              </a:ext>
            </a:extLst>
          </p:cNvPr>
          <p:cNvGrpSpPr>
            <a:grpSpLocks noChangeAspect="1"/>
          </p:cNvGrpSpPr>
          <p:nvPr/>
        </p:nvGrpSpPr>
        <p:grpSpPr>
          <a:xfrm>
            <a:off x="4765763" y="4842427"/>
            <a:ext cx="788400" cy="1178207"/>
            <a:chOff x="3762228" y="4815697"/>
            <a:chExt cx="739176" cy="1199522"/>
          </a:xfrm>
        </p:grpSpPr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C1603F16-CC03-CD7A-7DF3-600CD89687DC}"/>
                </a:ext>
              </a:extLst>
            </p:cNvPr>
            <p:cNvGrpSpPr/>
            <p:nvPr/>
          </p:nvGrpSpPr>
          <p:grpSpPr>
            <a:xfrm>
              <a:off x="3762228" y="5063725"/>
              <a:ext cx="739176" cy="951494"/>
              <a:chOff x="3748516" y="4909457"/>
              <a:chExt cx="822173" cy="1059314"/>
            </a:xfrm>
          </p:grpSpPr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AB75B968-102A-080B-A184-9DE28FEDDA21}"/>
                  </a:ext>
                </a:extLst>
              </p:cNvPr>
              <p:cNvSpPr/>
              <p:nvPr/>
            </p:nvSpPr>
            <p:spPr>
              <a:xfrm>
                <a:off x="3748516" y="4909457"/>
                <a:ext cx="822173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44" name="그림 343">
                <a:extLst>
                  <a:ext uri="{FF2B5EF4-FFF2-40B4-BE49-F238E27FC236}">
                    <a16:creationId xmlns:a16="http://schemas.microsoft.com/office/drawing/2014/main" id="{A9AAA909-9193-4B50-B5CE-8959130736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/>
              <a:srcRect l="2438" t="8315" r="2890" b="1250"/>
              <a:stretch/>
            </p:blipFill>
            <p:spPr>
              <a:xfrm>
                <a:off x="3803747" y="4966455"/>
                <a:ext cx="708857" cy="943656"/>
              </a:xfrm>
              <a:prstGeom prst="rect">
                <a:avLst/>
              </a:prstGeom>
            </p:spPr>
          </p:pic>
        </p:grpSp>
        <p:sp>
          <p:nvSpPr>
            <p:cNvPr id="342" name="사각형: 둥근 모서리 30">
              <a:extLst>
                <a:ext uri="{FF2B5EF4-FFF2-40B4-BE49-F238E27FC236}">
                  <a16:creationId xmlns:a16="http://schemas.microsoft.com/office/drawing/2014/main" id="{3BD07BF1-532E-BBD9-C61C-4D168CB010F0}"/>
                </a:ext>
              </a:extLst>
            </p:cNvPr>
            <p:cNvSpPr/>
            <p:nvPr/>
          </p:nvSpPr>
          <p:spPr>
            <a:xfrm>
              <a:off x="3762228" y="4815697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ISO 14001</a:t>
              </a:r>
            </a:p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: 2015</a:t>
              </a:r>
            </a:p>
          </p:txBody>
        </p:sp>
      </p:grpSp>
      <p:sp>
        <p:nvSpPr>
          <p:cNvPr id="357" name="사각형: 둥근 모서리 81">
            <a:extLst>
              <a:ext uri="{FF2B5EF4-FFF2-40B4-BE49-F238E27FC236}">
                <a16:creationId xmlns:a16="http://schemas.microsoft.com/office/drawing/2014/main" id="{D5D28725-893C-9D91-1F0F-F6F6EEBBE74D}"/>
              </a:ext>
            </a:extLst>
          </p:cNvPr>
          <p:cNvSpPr/>
          <p:nvPr/>
        </p:nvSpPr>
        <p:spPr>
          <a:xfrm>
            <a:off x="1825756" y="4489478"/>
            <a:ext cx="5127494" cy="253972"/>
          </a:xfrm>
          <a:prstGeom prst="rect">
            <a:avLst/>
          </a:prstGeom>
          <a:solidFill>
            <a:srgbClr val="8AA8C4"/>
          </a:solidFill>
          <a:ln w="3828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/>
            <a:endParaRPr lang="ko-KR" altLang="en-US" b="1" kern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sp>
        <p:nvSpPr>
          <p:cNvPr id="358" name="텍스트 개체 틀 2">
            <a:extLst>
              <a:ext uri="{FF2B5EF4-FFF2-40B4-BE49-F238E27FC236}">
                <a16:creationId xmlns:a16="http://schemas.microsoft.com/office/drawing/2014/main" id="{B21A3546-F84A-5DB4-4BDB-774E67E54EEA}"/>
              </a:ext>
            </a:extLst>
          </p:cNvPr>
          <p:cNvSpPr txBox="1">
            <a:spLocks/>
          </p:cNvSpPr>
          <p:nvPr/>
        </p:nvSpPr>
        <p:spPr>
          <a:xfrm>
            <a:off x="2060990" y="4539508"/>
            <a:ext cx="2058256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00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ISO 45001 : 2018 </a:t>
            </a:r>
            <a:r>
              <a:rPr lang="ko-KR" altLang="en-US" sz="100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안전보건경영시스템</a:t>
            </a:r>
          </a:p>
        </p:txBody>
      </p: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CF2A4471-E3BF-94A6-80D8-F404364E4F2E}"/>
              </a:ext>
            </a:extLst>
          </p:cNvPr>
          <p:cNvGrpSpPr/>
          <p:nvPr/>
        </p:nvGrpSpPr>
        <p:grpSpPr>
          <a:xfrm>
            <a:off x="588685" y="4349064"/>
            <a:ext cx="1490193" cy="1911170"/>
            <a:chOff x="364626" y="4175957"/>
            <a:chExt cx="1617598" cy="2074569"/>
          </a:xfrm>
        </p:grpSpPr>
        <p:pic>
          <p:nvPicPr>
            <p:cNvPr id="360" name="그림 359">
              <a:extLst>
                <a:ext uri="{FF2B5EF4-FFF2-40B4-BE49-F238E27FC236}">
                  <a16:creationId xmlns:a16="http://schemas.microsoft.com/office/drawing/2014/main" id="{B658EAEE-CD5B-090C-4DAE-CBB8F6899F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l="2047" t="9241" r="2819" b="1019"/>
            <a:stretch/>
          </p:blipFill>
          <p:spPr>
            <a:xfrm>
              <a:off x="511552" y="4340493"/>
              <a:ext cx="1202430" cy="1694103"/>
            </a:xfrm>
            <a:prstGeom prst="rect">
              <a:avLst/>
            </a:prstGeom>
          </p:spPr>
        </p:pic>
        <p:pic>
          <p:nvPicPr>
            <p:cNvPr id="361" name="그림 360" descr="사진 액자, 직사각형, 사각형, 스크린샷이(가) 표시된 사진&#10;&#10;자동 생성된 설명">
              <a:extLst>
                <a:ext uri="{FF2B5EF4-FFF2-40B4-BE49-F238E27FC236}">
                  <a16:creationId xmlns:a16="http://schemas.microsoft.com/office/drawing/2014/main" id="{F146300B-5613-50A8-82CD-FDCD6CB47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64626" y="4175957"/>
              <a:ext cx="1617598" cy="2074569"/>
            </a:xfrm>
            <a:prstGeom prst="rect">
              <a:avLst/>
            </a:prstGeom>
          </p:spPr>
        </p:pic>
      </p:grpSp>
      <p:grpSp>
        <p:nvGrpSpPr>
          <p:cNvPr id="362" name="그룹 361">
            <a:extLst>
              <a:ext uri="{FF2B5EF4-FFF2-40B4-BE49-F238E27FC236}">
                <a16:creationId xmlns:a16="http://schemas.microsoft.com/office/drawing/2014/main" id="{CD19BE73-9AFF-9236-AFFD-1785411170E5}"/>
              </a:ext>
            </a:extLst>
          </p:cNvPr>
          <p:cNvGrpSpPr/>
          <p:nvPr/>
        </p:nvGrpSpPr>
        <p:grpSpPr>
          <a:xfrm>
            <a:off x="360629" y="1854640"/>
            <a:ext cx="1963602" cy="2518318"/>
            <a:chOff x="456083" y="1827000"/>
            <a:chExt cx="1817568" cy="2331028"/>
          </a:xfrm>
        </p:grpSpPr>
        <p:pic>
          <p:nvPicPr>
            <p:cNvPr id="363" name="그림 362" descr="텍스트이(가) 표시된 사진&#10;&#10;자동 생성된 설명">
              <a:extLst>
                <a:ext uri="{FF2B5EF4-FFF2-40B4-BE49-F238E27FC236}">
                  <a16:creationId xmlns:a16="http://schemas.microsoft.com/office/drawing/2014/main" id="{FC6E1C30-9652-4EC6-03F3-AE55B0E60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23587" y="2012456"/>
              <a:ext cx="1352245" cy="1902367"/>
            </a:xfrm>
            <a:prstGeom prst="rect">
              <a:avLst/>
            </a:prstGeom>
          </p:spPr>
        </p:pic>
        <p:pic>
          <p:nvPicPr>
            <p:cNvPr id="364" name="그림 363" descr="사진 액자, 직사각형, 사각형, 스크린샷이(가) 표시된 사진&#10;&#10;자동 생성된 설명">
              <a:extLst>
                <a:ext uri="{FF2B5EF4-FFF2-40B4-BE49-F238E27FC236}">
                  <a16:creationId xmlns:a16="http://schemas.microsoft.com/office/drawing/2014/main" id="{E07619DC-FFBF-F6DF-388B-AE5E67AB3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083" y="1827000"/>
              <a:ext cx="1817568" cy="2331028"/>
            </a:xfrm>
            <a:prstGeom prst="rect">
              <a:avLst/>
            </a:prstGeom>
          </p:spPr>
        </p:pic>
      </p:grpSp>
      <p:pic>
        <p:nvPicPr>
          <p:cNvPr id="31" name="그림 30" descr="직사각형, 프레임, 사진 액자이(가) 표시된 사진&#10;&#10;자동 생성된 설명">
            <a:extLst>
              <a:ext uri="{FF2B5EF4-FFF2-40B4-BE49-F238E27FC236}">
                <a16:creationId xmlns:a16="http://schemas.microsoft.com/office/drawing/2014/main" id="{B1457348-1406-4C3B-B5E2-84CEEEB2FA29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b="27108"/>
          <a:stretch/>
        </p:blipFill>
        <p:spPr>
          <a:xfrm>
            <a:off x="6492319" y="906615"/>
            <a:ext cx="5291832" cy="5390634"/>
          </a:xfrm>
          <a:custGeom>
            <a:avLst/>
            <a:gdLst>
              <a:gd name="connsiteX0" fmla="*/ 0 w 5669357"/>
              <a:gd name="connsiteY0" fmla="*/ 0 h 5398230"/>
              <a:gd name="connsiteX1" fmla="*/ 5669357 w 5669357"/>
              <a:gd name="connsiteY1" fmla="*/ 0 h 5398230"/>
              <a:gd name="connsiteX2" fmla="*/ 5669357 w 5669357"/>
              <a:gd name="connsiteY2" fmla="*/ 5398230 h 5398230"/>
              <a:gd name="connsiteX3" fmla="*/ 0 w 5669357"/>
              <a:gd name="connsiteY3" fmla="*/ 5398230 h 539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9357" h="5398230">
                <a:moveTo>
                  <a:pt x="0" y="0"/>
                </a:moveTo>
                <a:lnTo>
                  <a:pt x="5669357" y="0"/>
                </a:lnTo>
                <a:lnTo>
                  <a:pt x="5669357" y="5398230"/>
                </a:lnTo>
                <a:lnTo>
                  <a:pt x="0" y="5398230"/>
                </a:lnTo>
                <a:close/>
              </a:path>
            </a:pathLst>
          </a:custGeom>
        </p:spPr>
      </p:pic>
      <p:sp>
        <p:nvSpPr>
          <p:cNvPr id="299" name="사각형: 둥근 위쪽 모서리 219">
            <a:extLst>
              <a:ext uri="{FF2B5EF4-FFF2-40B4-BE49-F238E27FC236}">
                <a16:creationId xmlns:a16="http://schemas.microsoft.com/office/drawing/2014/main" id="{95C9D69F-9222-616C-7CEF-02090FCC534F}"/>
              </a:ext>
            </a:extLst>
          </p:cNvPr>
          <p:cNvSpPr/>
          <p:nvPr/>
        </p:nvSpPr>
        <p:spPr>
          <a:xfrm>
            <a:off x="6634472" y="1075933"/>
            <a:ext cx="4986027" cy="5228913"/>
          </a:xfrm>
          <a:prstGeom prst="round2SameRect">
            <a:avLst>
              <a:gd name="adj1" fmla="val 2546"/>
              <a:gd name="adj2" fmla="val 0"/>
            </a:avLst>
          </a:prstGeom>
          <a:solidFill>
            <a:schemeClr val="bg1"/>
          </a:solidFill>
          <a:ln w="3828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457200" latinLnBrk="0"/>
            <a:endParaRPr lang="ko-KR" altLang="en-US" b="1" kern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0DF570C-8894-7E1C-1D19-F84D6EA54717}"/>
              </a:ext>
            </a:extLst>
          </p:cNvPr>
          <p:cNvGrpSpPr/>
          <p:nvPr/>
        </p:nvGrpSpPr>
        <p:grpSpPr>
          <a:xfrm>
            <a:off x="6753839" y="1214437"/>
            <a:ext cx="4748035" cy="2843832"/>
            <a:chOff x="6397070" y="1214437"/>
            <a:chExt cx="4748035" cy="2843832"/>
          </a:xfrm>
        </p:grpSpPr>
        <p:sp>
          <p:nvSpPr>
            <p:cNvPr id="300" name="사각형: 둥근 위쪽 모서리 226">
              <a:extLst>
                <a:ext uri="{FF2B5EF4-FFF2-40B4-BE49-F238E27FC236}">
                  <a16:creationId xmlns:a16="http://schemas.microsoft.com/office/drawing/2014/main" id="{B44C489C-0D17-A28B-6570-A87A52BE9FAF}"/>
                </a:ext>
              </a:extLst>
            </p:cNvPr>
            <p:cNvSpPr/>
            <p:nvPr/>
          </p:nvSpPr>
          <p:spPr>
            <a:xfrm>
              <a:off x="6397070" y="1214437"/>
              <a:ext cx="4748035" cy="322095"/>
            </a:xfrm>
            <a:prstGeom prst="round2SameRect">
              <a:avLst/>
            </a:prstGeom>
            <a:solidFill>
              <a:srgbClr val="32B08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  <p:sp>
          <p:nvSpPr>
            <p:cNvPr id="301" name="사각형: 둥근 위쪽 모서리 227">
              <a:extLst>
                <a:ext uri="{FF2B5EF4-FFF2-40B4-BE49-F238E27FC236}">
                  <a16:creationId xmlns:a16="http://schemas.microsoft.com/office/drawing/2014/main" id="{37BA863C-EE63-1A68-8BBF-89A59111FDA5}"/>
                </a:ext>
              </a:extLst>
            </p:cNvPr>
            <p:cNvSpPr/>
            <p:nvPr/>
          </p:nvSpPr>
          <p:spPr>
            <a:xfrm>
              <a:off x="6397070" y="3736174"/>
              <a:ext cx="4748035" cy="322095"/>
            </a:xfrm>
            <a:prstGeom prst="round2SameRect">
              <a:avLst/>
            </a:prstGeom>
            <a:solidFill>
              <a:srgbClr val="32B08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  <p:sp>
          <p:nvSpPr>
            <p:cNvPr id="302" name="직사각형 301">
              <a:extLst>
                <a:ext uri="{FF2B5EF4-FFF2-40B4-BE49-F238E27FC236}">
                  <a16:creationId xmlns:a16="http://schemas.microsoft.com/office/drawing/2014/main" id="{B63F44EC-9482-88D4-A8DD-7C70B9942469}"/>
                </a:ext>
              </a:extLst>
            </p:cNvPr>
            <p:cNvSpPr/>
            <p:nvPr/>
          </p:nvSpPr>
          <p:spPr>
            <a:xfrm>
              <a:off x="6715750" y="1269594"/>
              <a:ext cx="1897635" cy="2308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최근 </a:t>
              </a:r>
              <a:r>
                <a:rPr lang="en-US" altLang="ko-KR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</a:t>
              </a:r>
              <a:r>
                <a:rPr lang="ko-KR" altLang="en-US" sz="1500" spc="-3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년 공법선정 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실적</a:t>
              </a:r>
            </a:p>
          </p:txBody>
        </p:sp>
        <p:sp>
          <p:nvSpPr>
            <p:cNvPr id="303" name="직사각형 302">
              <a:extLst>
                <a:ext uri="{FF2B5EF4-FFF2-40B4-BE49-F238E27FC236}">
                  <a16:creationId xmlns:a16="http://schemas.microsoft.com/office/drawing/2014/main" id="{D9558EC3-0DC1-3A7D-D42A-6C8110755988}"/>
                </a:ext>
              </a:extLst>
            </p:cNvPr>
            <p:cNvSpPr/>
            <p:nvPr/>
          </p:nvSpPr>
          <p:spPr>
            <a:xfrm>
              <a:off x="6715750" y="3791331"/>
              <a:ext cx="2078133" cy="2308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최근 </a:t>
              </a:r>
              <a:r>
                <a:rPr lang="en-US" altLang="ko-KR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년 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FFFF0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건설신기술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 실적</a:t>
              </a:r>
            </a:p>
          </p:txBody>
        </p:sp>
        <p:sp>
          <p:nvSpPr>
            <p:cNvPr id="304" name="자유형: 도형 323">
              <a:extLst>
                <a:ext uri="{FF2B5EF4-FFF2-40B4-BE49-F238E27FC236}">
                  <a16:creationId xmlns:a16="http://schemas.microsoft.com/office/drawing/2014/main" id="{4F56DC12-9792-2A8D-6896-E00EE69809A3}"/>
                </a:ext>
              </a:extLst>
            </p:cNvPr>
            <p:cNvSpPr/>
            <p:nvPr/>
          </p:nvSpPr>
          <p:spPr>
            <a:xfrm>
              <a:off x="6474283" y="3809113"/>
              <a:ext cx="176218" cy="176216"/>
            </a:xfrm>
            <a:custGeom>
              <a:avLst/>
              <a:gdLst>
                <a:gd name="connsiteX0" fmla="*/ 4067452 w 4067451"/>
                <a:gd name="connsiteY0" fmla="*/ 3140856 h 4067411"/>
                <a:gd name="connsiteX1" fmla="*/ 4067452 w 4067451"/>
                <a:gd name="connsiteY1" fmla="*/ 3634442 h 4067411"/>
                <a:gd name="connsiteX2" fmla="*/ 3893866 w 4067451"/>
                <a:gd name="connsiteY2" fmla="*/ 3832257 h 4067411"/>
                <a:gd name="connsiteX3" fmla="*/ 3310033 w 4067451"/>
                <a:gd name="connsiteY3" fmla="*/ 4067411 h 4067411"/>
                <a:gd name="connsiteX4" fmla="*/ 2919645 w 4067451"/>
                <a:gd name="connsiteY4" fmla="*/ 3924571 h 4067411"/>
                <a:gd name="connsiteX5" fmla="*/ 2671859 w 4067451"/>
                <a:gd name="connsiteY5" fmla="*/ 3829079 h 4067411"/>
                <a:gd name="connsiteX6" fmla="*/ 2424074 w 4067451"/>
                <a:gd name="connsiteY6" fmla="*/ 3924571 h 4067411"/>
                <a:gd name="connsiteX7" fmla="*/ 2033686 w 4067451"/>
                <a:gd name="connsiteY7" fmla="*/ 4067411 h 4067411"/>
                <a:gd name="connsiteX8" fmla="*/ 1643298 w 4067451"/>
                <a:gd name="connsiteY8" fmla="*/ 3924571 h 4067411"/>
                <a:gd name="connsiteX9" fmla="*/ 1395513 w 4067451"/>
                <a:gd name="connsiteY9" fmla="*/ 3829079 h 4067411"/>
                <a:gd name="connsiteX10" fmla="*/ 1147727 w 4067451"/>
                <a:gd name="connsiteY10" fmla="*/ 3924571 h 4067411"/>
                <a:gd name="connsiteX11" fmla="*/ 757339 w 4067451"/>
                <a:gd name="connsiteY11" fmla="*/ 4067411 h 4067411"/>
                <a:gd name="connsiteX12" fmla="*/ 366952 w 4067451"/>
                <a:gd name="connsiteY12" fmla="*/ 3924571 h 4067411"/>
                <a:gd name="connsiteX13" fmla="*/ 173585 w 4067451"/>
                <a:gd name="connsiteY13" fmla="*/ 3832337 h 4067411"/>
                <a:gd name="connsiteX14" fmla="*/ 0 w 4067451"/>
                <a:gd name="connsiteY14" fmla="*/ 3634521 h 4067411"/>
                <a:gd name="connsiteX15" fmla="*/ 0 w 4067451"/>
                <a:gd name="connsiteY15" fmla="*/ 3140936 h 4067411"/>
                <a:gd name="connsiteX16" fmla="*/ 232453 w 4067451"/>
                <a:gd name="connsiteY16" fmla="*/ 2945186 h 4067411"/>
                <a:gd name="connsiteX17" fmla="*/ 757339 w 4067451"/>
                <a:gd name="connsiteY17" fmla="*/ 3174064 h 4067411"/>
                <a:gd name="connsiteX18" fmla="*/ 1005125 w 4067451"/>
                <a:gd name="connsiteY18" fmla="*/ 3078572 h 4067411"/>
                <a:gd name="connsiteX19" fmla="*/ 1395513 w 4067451"/>
                <a:gd name="connsiteY19" fmla="*/ 2935732 h 4067411"/>
                <a:gd name="connsiteX20" fmla="*/ 1785900 w 4067451"/>
                <a:gd name="connsiteY20" fmla="*/ 3078572 h 4067411"/>
                <a:gd name="connsiteX21" fmla="*/ 2033686 w 4067451"/>
                <a:gd name="connsiteY21" fmla="*/ 3174064 h 4067411"/>
                <a:gd name="connsiteX22" fmla="*/ 2281472 w 4067451"/>
                <a:gd name="connsiteY22" fmla="*/ 3078572 h 4067411"/>
                <a:gd name="connsiteX23" fmla="*/ 2671859 w 4067451"/>
                <a:gd name="connsiteY23" fmla="*/ 2935732 h 4067411"/>
                <a:gd name="connsiteX24" fmla="*/ 3062247 w 4067451"/>
                <a:gd name="connsiteY24" fmla="*/ 3078572 h 4067411"/>
                <a:gd name="connsiteX25" fmla="*/ 3310033 w 4067451"/>
                <a:gd name="connsiteY25" fmla="*/ 3174064 h 4067411"/>
                <a:gd name="connsiteX26" fmla="*/ 3834919 w 4067451"/>
                <a:gd name="connsiteY26" fmla="*/ 2945186 h 4067411"/>
                <a:gd name="connsiteX27" fmla="*/ 3834919 w 4067451"/>
                <a:gd name="connsiteY27" fmla="*/ 2945186 h 4067411"/>
                <a:gd name="connsiteX28" fmla="*/ 4067372 w 4067451"/>
                <a:gd name="connsiteY28" fmla="*/ 3140936 h 4067411"/>
                <a:gd name="connsiteX29" fmla="*/ 441629 w 4067451"/>
                <a:gd name="connsiteY29" fmla="*/ 1896208 h 4067411"/>
                <a:gd name="connsiteX30" fmla="*/ 1892911 w 4067451"/>
                <a:gd name="connsiteY30" fmla="*/ 2647271 h 4067411"/>
                <a:gd name="connsiteX31" fmla="*/ 2174461 w 4067451"/>
                <a:gd name="connsiteY31" fmla="*/ 2647271 h 4067411"/>
                <a:gd name="connsiteX32" fmla="*/ 3318931 w 4067451"/>
                <a:gd name="connsiteY32" fmla="*/ 2055016 h 4067411"/>
                <a:gd name="connsiteX33" fmla="*/ 3265226 w 4067451"/>
                <a:gd name="connsiteY33" fmla="*/ 2172594 h 4067411"/>
                <a:gd name="connsiteX34" fmla="*/ 3324094 w 4067451"/>
                <a:gd name="connsiteY34" fmla="*/ 2330528 h 4067411"/>
                <a:gd name="connsiteX35" fmla="*/ 3482029 w 4067451"/>
                <a:gd name="connsiteY35" fmla="*/ 2271660 h 4067411"/>
                <a:gd name="connsiteX36" fmla="*/ 3678573 w 4067451"/>
                <a:gd name="connsiteY36" fmla="*/ 1841312 h 4067411"/>
                <a:gd name="connsiteX37" fmla="*/ 3587372 w 4067451"/>
                <a:gd name="connsiteY37" fmla="*/ 1672335 h 4067411"/>
                <a:gd name="connsiteX38" fmla="*/ 3117302 w 4067451"/>
                <a:gd name="connsiteY38" fmla="*/ 1606555 h 4067411"/>
                <a:gd name="connsiteX39" fmla="*/ 2982803 w 4067451"/>
                <a:gd name="connsiteY39" fmla="*/ 1708085 h 4067411"/>
                <a:gd name="connsiteX40" fmla="*/ 3084332 w 4067451"/>
                <a:gd name="connsiteY40" fmla="*/ 1842583 h 4067411"/>
                <a:gd name="connsiteX41" fmla="*/ 3184035 w 4067451"/>
                <a:gd name="connsiteY41" fmla="*/ 1856566 h 4067411"/>
                <a:gd name="connsiteX42" fmla="*/ 2065067 w 4067451"/>
                <a:gd name="connsiteY42" fmla="*/ 2435633 h 4067411"/>
                <a:gd name="connsiteX43" fmla="*/ 2002544 w 4067451"/>
                <a:gd name="connsiteY43" fmla="*/ 2435633 h 4067411"/>
                <a:gd name="connsiteX44" fmla="*/ 551262 w 4067451"/>
                <a:gd name="connsiteY44" fmla="*/ 1684569 h 4067411"/>
                <a:gd name="connsiteX45" fmla="*/ 390626 w 4067451"/>
                <a:gd name="connsiteY45" fmla="*/ 1735652 h 4067411"/>
                <a:gd name="connsiteX46" fmla="*/ 441708 w 4067451"/>
                <a:gd name="connsiteY46" fmla="*/ 1896288 h 4067411"/>
                <a:gd name="connsiteX47" fmla="*/ 2599804 w 4067451"/>
                <a:gd name="connsiteY47" fmla="*/ 1529098 h 4067411"/>
                <a:gd name="connsiteX48" fmla="*/ 2599804 w 4067451"/>
                <a:gd name="connsiteY48" fmla="*/ 1529098 h 4067411"/>
                <a:gd name="connsiteX49" fmla="*/ 2609099 w 4067451"/>
                <a:gd name="connsiteY49" fmla="*/ 880914 h 4067411"/>
                <a:gd name="connsiteX50" fmla="*/ 2179625 w 4067451"/>
                <a:gd name="connsiteY50" fmla="*/ 86872 h 4067411"/>
                <a:gd name="connsiteX51" fmla="*/ 1887668 w 4067451"/>
                <a:gd name="connsiteY51" fmla="*/ 86872 h 4067411"/>
                <a:gd name="connsiteX52" fmla="*/ 1458194 w 4067451"/>
                <a:gd name="connsiteY52" fmla="*/ 880914 h 4067411"/>
                <a:gd name="connsiteX53" fmla="*/ 1467489 w 4067451"/>
                <a:gd name="connsiteY53" fmla="*/ 1529098 h 4067411"/>
                <a:gd name="connsiteX54" fmla="*/ 2599724 w 4067451"/>
                <a:gd name="connsiteY54" fmla="*/ 1529098 h 406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067451" h="4067411">
                  <a:moveTo>
                    <a:pt x="4067452" y="3140856"/>
                  </a:moveTo>
                  <a:lnTo>
                    <a:pt x="4067452" y="3634442"/>
                  </a:lnTo>
                  <a:cubicBezTo>
                    <a:pt x="4067452" y="3734780"/>
                    <a:pt x="3992854" y="3819785"/>
                    <a:pt x="3893866" y="3832257"/>
                  </a:cubicBezTo>
                  <a:cubicBezTo>
                    <a:pt x="3693112" y="3857521"/>
                    <a:pt x="3644810" y="4067411"/>
                    <a:pt x="3310033" y="4067411"/>
                  </a:cubicBezTo>
                  <a:cubicBezTo>
                    <a:pt x="3110867" y="4067411"/>
                    <a:pt x="3004809" y="3988206"/>
                    <a:pt x="2919645" y="3924571"/>
                  </a:cubicBezTo>
                  <a:cubicBezTo>
                    <a:pt x="2845444" y="3869119"/>
                    <a:pt x="2791820" y="3829079"/>
                    <a:pt x="2671859" y="3829079"/>
                  </a:cubicBezTo>
                  <a:cubicBezTo>
                    <a:pt x="2551899" y="3829079"/>
                    <a:pt x="2498274" y="3869119"/>
                    <a:pt x="2424074" y="3924571"/>
                  </a:cubicBezTo>
                  <a:cubicBezTo>
                    <a:pt x="2338830" y="3988206"/>
                    <a:pt x="2232773" y="4067411"/>
                    <a:pt x="2033686" y="4067411"/>
                  </a:cubicBezTo>
                  <a:cubicBezTo>
                    <a:pt x="1834599" y="4067411"/>
                    <a:pt x="1728542" y="3988206"/>
                    <a:pt x="1643298" y="3924571"/>
                  </a:cubicBezTo>
                  <a:cubicBezTo>
                    <a:pt x="1569098" y="3869119"/>
                    <a:pt x="1515473" y="3829079"/>
                    <a:pt x="1395513" y="3829079"/>
                  </a:cubicBezTo>
                  <a:cubicBezTo>
                    <a:pt x="1275552" y="3829079"/>
                    <a:pt x="1221928" y="3869119"/>
                    <a:pt x="1147727" y="3924571"/>
                  </a:cubicBezTo>
                  <a:cubicBezTo>
                    <a:pt x="1062484" y="3988206"/>
                    <a:pt x="956426" y="4067411"/>
                    <a:pt x="757339" y="4067411"/>
                  </a:cubicBezTo>
                  <a:cubicBezTo>
                    <a:pt x="558253" y="4067411"/>
                    <a:pt x="452116" y="3988206"/>
                    <a:pt x="366952" y="3924571"/>
                  </a:cubicBezTo>
                  <a:cubicBezTo>
                    <a:pt x="305859" y="3878891"/>
                    <a:pt x="257557" y="3842823"/>
                    <a:pt x="173585" y="3832337"/>
                  </a:cubicBezTo>
                  <a:cubicBezTo>
                    <a:pt x="74677" y="3819943"/>
                    <a:pt x="0" y="3734859"/>
                    <a:pt x="0" y="3634521"/>
                  </a:cubicBezTo>
                  <a:lnTo>
                    <a:pt x="0" y="3140936"/>
                  </a:lnTo>
                  <a:cubicBezTo>
                    <a:pt x="0" y="3017560"/>
                    <a:pt x="111301" y="2923736"/>
                    <a:pt x="232453" y="2945186"/>
                  </a:cubicBezTo>
                  <a:cubicBezTo>
                    <a:pt x="499146" y="2992455"/>
                    <a:pt x="522980" y="3174064"/>
                    <a:pt x="757339" y="3174064"/>
                  </a:cubicBezTo>
                  <a:cubicBezTo>
                    <a:pt x="877300" y="3174064"/>
                    <a:pt x="930924" y="3134024"/>
                    <a:pt x="1005125" y="3078572"/>
                  </a:cubicBezTo>
                  <a:cubicBezTo>
                    <a:pt x="1090368" y="3014938"/>
                    <a:pt x="1196426" y="2935732"/>
                    <a:pt x="1395513" y="2935732"/>
                  </a:cubicBezTo>
                  <a:cubicBezTo>
                    <a:pt x="1594599" y="2935732"/>
                    <a:pt x="1700657" y="3014938"/>
                    <a:pt x="1785900" y="3078572"/>
                  </a:cubicBezTo>
                  <a:cubicBezTo>
                    <a:pt x="1860101" y="3134024"/>
                    <a:pt x="1913726" y="3174064"/>
                    <a:pt x="2033686" y="3174064"/>
                  </a:cubicBezTo>
                  <a:cubicBezTo>
                    <a:pt x="2153647" y="3174064"/>
                    <a:pt x="2207271" y="3134024"/>
                    <a:pt x="2281472" y="3078572"/>
                  </a:cubicBezTo>
                  <a:cubicBezTo>
                    <a:pt x="2366715" y="3014938"/>
                    <a:pt x="2472773" y="2935732"/>
                    <a:pt x="2671859" y="2935732"/>
                  </a:cubicBezTo>
                  <a:cubicBezTo>
                    <a:pt x="2870946" y="2935732"/>
                    <a:pt x="2977083" y="3014938"/>
                    <a:pt x="3062247" y="3078572"/>
                  </a:cubicBezTo>
                  <a:cubicBezTo>
                    <a:pt x="3136448" y="3134024"/>
                    <a:pt x="3190072" y="3174064"/>
                    <a:pt x="3310033" y="3174064"/>
                  </a:cubicBezTo>
                  <a:cubicBezTo>
                    <a:pt x="3544551" y="3174064"/>
                    <a:pt x="3568146" y="2992455"/>
                    <a:pt x="3834919" y="2945186"/>
                  </a:cubicBezTo>
                  <a:lnTo>
                    <a:pt x="3834919" y="2945186"/>
                  </a:lnTo>
                  <a:cubicBezTo>
                    <a:pt x="3955912" y="2923736"/>
                    <a:pt x="4067372" y="3017401"/>
                    <a:pt x="4067372" y="3140936"/>
                  </a:cubicBezTo>
                  <a:close/>
                  <a:moveTo>
                    <a:pt x="441629" y="1896208"/>
                  </a:moveTo>
                  <a:lnTo>
                    <a:pt x="1892911" y="2647271"/>
                  </a:lnTo>
                  <a:cubicBezTo>
                    <a:pt x="1981094" y="2692872"/>
                    <a:pt x="2086278" y="2692872"/>
                    <a:pt x="2174461" y="2647271"/>
                  </a:cubicBezTo>
                  <a:lnTo>
                    <a:pt x="3318931" y="2055016"/>
                  </a:lnTo>
                  <a:lnTo>
                    <a:pt x="3265226" y="2172594"/>
                  </a:lnTo>
                  <a:cubicBezTo>
                    <a:pt x="3237898" y="2232415"/>
                    <a:pt x="3264273" y="2303120"/>
                    <a:pt x="3324094" y="2330528"/>
                  </a:cubicBezTo>
                  <a:cubicBezTo>
                    <a:pt x="3383995" y="2357857"/>
                    <a:pt x="3454700" y="2331482"/>
                    <a:pt x="3482029" y="2271660"/>
                  </a:cubicBezTo>
                  <a:lnTo>
                    <a:pt x="3678573" y="1841312"/>
                  </a:lnTo>
                  <a:cubicBezTo>
                    <a:pt x="3713290" y="1767906"/>
                    <a:pt x="3666101" y="1683378"/>
                    <a:pt x="3587372" y="1672335"/>
                  </a:cubicBezTo>
                  <a:lnTo>
                    <a:pt x="3117302" y="1606555"/>
                  </a:lnTo>
                  <a:cubicBezTo>
                    <a:pt x="3052158" y="1597419"/>
                    <a:pt x="2991860" y="1642861"/>
                    <a:pt x="2982803" y="1708085"/>
                  </a:cubicBezTo>
                  <a:cubicBezTo>
                    <a:pt x="2973746" y="1773308"/>
                    <a:pt x="3019109" y="1833527"/>
                    <a:pt x="3084332" y="1842583"/>
                  </a:cubicBezTo>
                  <a:lnTo>
                    <a:pt x="3184035" y="1856566"/>
                  </a:lnTo>
                  <a:lnTo>
                    <a:pt x="2065067" y="2435633"/>
                  </a:lnTo>
                  <a:cubicBezTo>
                    <a:pt x="2045523" y="2445722"/>
                    <a:pt x="2022167" y="2445722"/>
                    <a:pt x="2002544" y="2435633"/>
                  </a:cubicBezTo>
                  <a:lnTo>
                    <a:pt x="551262" y="1684569"/>
                  </a:lnTo>
                  <a:cubicBezTo>
                    <a:pt x="492791" y="1654301"/>
                    <a:pt x="420894" y="1677181"/>
                    <a:pt x="390626" y="1735652"/>
                  </a:cubicBezTo>
                  <a:cubicBezTo>
                    <a:pt x="360358" y="1794123"/>
                    <a:pt x="383238" y="1866019"/>
                    <a:pt x="441708" y="1896288"/>
                  </a:cubicBezTo>
                  <a:close/>
                  <a:moveTo>
                    <a:pt x="2599804" y="1529098"/>
                  </a:moveTo>
                  <a:lnTo>
                    <a:pt x="2599804" y="1529098"/>
                  </a:lnTo>
                  <a:cubicBezTo>
                    <a:pt x="2716110" y="1327389"/>
                    <a:pt x="2719605" y="1085085"/>
                    <a:pt x="2609099" y="880914"/>
                  </a:cubicBezTo>
                  <a:lnTo>
                    <a:pt x="2179625" y="86872"/>
                  </a:lnTo>
                  <a:cubicBezTo>
                    <a:pt x="2116943" y="-28957"/>
                    <a:pt x="1950349" y="-28957"/>
                    <a:pt x="1887668" y="86872"/>
                  </a:cubicBezTo>
                  <a:lnTo>
                    <a:pt x="1458194" y="880914"/>
                  </a:lnTo>
                  <a:cubicBezTo>
                    <a:pt x="1347767" y="1085085"/>
                    <a:pt x="1351183" y="1327469"/>
                    <a:pt x="1467489" y="1529098"/>
                  </a:cubicBezTo>
                  <a:cubicBezTo>
                    <a:pt x="1719247" y="1965722"/>
                    <a:pt x="2347887" y="1965960"/>
                    <a:pt x="2599724" y="1529098"/>
                  </a:cubicBezTo>
                  <a:close/>
                </a:path>
              </a:pathLst>
            </a:custGeom>
            <a:solidFill>
              <a:schemeClr val="bg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  <p:sp>
          <p:nvSpPr>
            <p:cNvPr id="305" name="그래픽 325">
              <a:extLst>
                <a:ext uri="{FF2B5EF4-FFF2-40B4-BE49-F238E27FC236}">
                  <a16:creationId xmlns:a16="http://schemas.microsoft.com/office/drawing/2014/main" id="{7C28129E-7399-5EEB-BF87-6A14790BE9CF}"/>
                </a:ext>
              </a:extLst>
            </p:cNvPr>
            <p:cNvSpPr/>
            <p:nvPr/>
          </p:nvSpPr>
          <p:spPr>
            <a:xfrm>
              <a:off x="6477714" y="1290806"/>
              <a:ext cx="169356" cy="169356"/>
            </a:xfrm>
            <a:custGeom>
              <a:avLst/>
              <a:gdLst>
                <a:gd name="connsiteX0" fmla="*/ 4028861 w 4876871"/>
                <a:gd name="connsiteY0" fmla="*/ 3262563 h 4876859"/>
                <a:gd name="connsiteX1" fmla="*/ 3229237 w 4876871"/>
                <a:gd name="connsiteY1" fmla="*/ 4062186 h 4876859"/>
                <a:gd name="connsiteX2" fmla="*/ 790170 w 4876871"/>
                <a:gd name="connsiteY2" fmla="*/ 1592830 h 4876859"/>
                <a:gd name="connsiteX3" fmla="*/ 1596557 w 4876871"/>
                <a:gd name="connsiteY3" fmla="*/ 786444 h 4876859"/>
                <a:gd name="connsiteX4" fmla="*/ 4028861 w 4876871"/>
                <a:gd name="connsiteY4" fmla="*/ 3262468 h 4876859"/>
                <a:gd name="connsiteX5" fmla="*/ 588145 w 4876871"/>
                <a:gd name="connsiteY5" fmla="*/ 1390805 h 4876859"/>
                <a:gd name="connsiteX6" fmla="*/ 1395103 w 4876871"/>
                <a:gd name="connsiteY6" fmla="*/ 583847 h 4876859"/>
                <a:gd name="connsiteX7" fmla="*/ 975717 w 4876871"/>
                <a:gd name="connsiteY7" fmla="*/ 161985 h 4876859"/>
                <a:gd name="connsiteX8" fmla="*/ 167616 w 4876871"/>
                <a:gd name="connsiteY8" fmla="*/ 161985 h 4876859"/>
                <a:gd name="connsiteX9" fmla="*/ 167616 w 4876871"/>
                <a:gd name="connsiteY9" fmla="*/ 970086 h 4876859"/>
                <a:gd name="connsiteX10" fmla="*/ 588240 w 4876871"/>
                <a:gd name="connsiteY10" fmla="*/ 1390710 h 4876859"/>
                <a:gd name="connsiteX11" fmla="*/ 4507969 w 4876871"/>
                <a:gd name="connsiteY11" fmla="*/ 4306027 h 4876859"/>
                <a:gd name="connsiteX12" fmla="*/ 4203550 w 4876871"/>
                <a:gd name="connsiteY12" fmla="*/ 3491925 h 4876859"/>
                <a:gd name="connsiteX13" fmla="*/ 3476220 w 4876871"/>
                <a:gd name="connsiteY13" fmla="*/ 4219254 h 4876859"/>
                <a:gd name="connsiteX14" fmla="*/ 4355092 w 4876871"/>
                <a:gd name="connsiteY14" fmla="*/ 4557105 h 4876859"/>
                <a:gd name="connsiteX15" fmla="*/ 4674846 w 4876871"/>
                <a:gd name="connsiteY15" fmla="*/ 4876860 h 4876859"/>
                <a:gd name="connsiteX16" fmla="*/ 4876872 w 4876871"/>
                <a:gd name="connsiteY16" fmla="*/ 4674835 h 4876859"/>
                <a:gd name="connsiteX17" fmla="*/ 4508064 w 4876871"/>
                <a:gd name="connsiteY17" fmla="*/ 4306027 h 4876859"/>
                <a:gd name="connsiteX18" fmla="*/ 3651195 w 4876871"/>
                <a:gd name="connsiteY18" fmla="*/ 1630549 h 4876859"/>
                <a:gd name="connsiteX19" fmla="*/ 4628460 w 4876871"/>
                <a:gd name="connsiteY19" fmla="*/ 1461957 h 4876859"/>
                <a:gd name="connsiteX20" fmla="*/ 4794195 w 4876871"/>
                <a:gd name="connsiteY20" fmla="*/ 487549 h 4876859"/>
                <a:gd name="connsiteX21" fmla="*/ 4225552 w 4876871"/>
                <a:gd name="connsiteY21" fmla="*/ 1056192 h 4876859"/>
                <a:gd name="connsiteX22" fmla="*/ 3819787 w 4876871"/>
                <a:gd name="connsiteY22" fmla="*/ 653284 h 4876859"/>
                <a:gd name="connsiteX23" fmla="*/ 4388430 w 4876871"/>
                <a:gd name="connsiteY23" fmla="*/ 84642 h 4876859"/>
                <a:gd name="connsiteX24" fmla="*/ 3416880 w 4876871"/>
                <a:gd name="connsiteY24" fmla="*/ 250377 h 4876859"/>
                <a:gd name="connsiteX25" fmla="*/ 3248287 w 4876871"/>
                <a:gd name="connsiteY25" fmla="*/ 1224784 h 4876859"/>
                <a:gd name="connsiteX26" fmla="*/ 2836521 w 4876871"/>
                <a:gd name="connsiteY26" fmla="*/ 1640836 h 4876859"/>
                <a:gd name="connsiteX27" fmla="*/ 3237238 w 4876871"/>
                <a:gd name="connsiteY27" fmla="*/ 2048792 h 4876859"/>
                <a:gd name="connsiteX28" fmla="*/ 3651290 w 4876871"/>
                <a:gd name="connsiteY28" fmla="*/ 1630454 h 4876859"/>
                <a:gd name="connsiteX29" fmla="*/ 1627989 w 4876871"/>
                <a:gd name="connsiteY29" fmla="*/ 2847559 h 4876859"/>
                <a:gd name="connsiteX30" fmla="*/ 1232416 w 4876871"/>
                <a:gd name="connsiteY30" fmla="*/ 3241512 h 4876859"/>
                <a:gd name="connsiteX31" fmla="*/ 252294 w 4876871"/>
                <a:gd name="connsiteY31" fmla="*/ 3412962 h 4876859"/>
                <a:gd name="connsiteX32" fmla="*/ 83701 w 4876871"/>
                <a:gd name="connsiteY32" fmla="*/ 4387370 h 4876859"/>
                <a:gd name="connsiteX33" fmla="*/ 655201 w 4876871"/>
                <a:gd name="connsiteY33" fmla="*/ 3815870 h 4876859"/>
                <a:gd name="connsiteX34" fmla="*/ 1060966 w 4876871"/>
                <a:gd name="connsiteY34" fmla="*/ 4221635 h 4876859"/>
                <a:gd name="connsiteX35" fmla="*/ 489466 w 4876871"/>
                <a:gd name="connsiteY35" fmla="*/ 4793135 h 4876859"/>
                <a:gd name="connsiteX36" fmla="*/ 1463874 w 4876871"/>
                <a:gd name="connsiteY36" fmla="*/ 4624543 h 4876859"/>
                <a:gd name="connsiteX37" fmla="*/ 1635324 w 4876871"/>
                <a:gd name="connsiteY37" fmla="*/ 3644420 h 4876859"/>
                <a:gd name="connsiteX38" fmla="*/ 2029278 w 4876871"/>
                <a:gd name="connsiteY38" fmla="*/ 3253895 h 4876859"/>
                <a:gd name="connsiteX39" fmla="*/ 1627989 w 4876871"/>
                <a:gd name="connsiteY39" fmla="*/ 2847559 h 487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876871" h="4876859">
                  <a:moveTo>
                    <a:pt x="4028861" y="3262563"/>
                  </a:moveTo>
                  <a:lnTo>
                    <a:pt x="3229237" y="4062186"/>
                  </a:lnTo>
                  <a:lnTo>
                    <a:pt x="790170" y="1592830"/>
                  </a:lnTo>
                  <a:lnTo>
                    <a:pt x="1596557" y="786444"/>
                  </a:lnTo>
                  <a:lnTo>
                    <a:pt x="4028861" y="3262468"/>
                  </a:lnTo>
                  <a:close/>
                  <a:moveTo>
                    <a:pt x="588145" y="1390805"/>
                  </a:moveTo>
                  <a:lnTo>
                    <a:pt x="1395103" y="583847"/>
                  </a:lnTo>
                  <a:lnTo>
                    <a:pt x="975717" y="161985"/>
                  </a:lnTo>
                  <a:cubicBezTo>
                    <a:pt x="760167" y="-53852"/>
                    <a:pt x="383643" y="-54138"/>
                    <a:pt x="167616" y="161985"/>
                  </a:cubicBezTo>
                  <a:cubicBezTo>
                    <a:pt x="-56316" y="385822"/>
                    <a:pt x="-55364" y="747391"/>
                    <a:pt x="167616" y="970086"/>
                  </a:cubicBezTo>
                  <a:lnTo>
                    <a:pt x="588240" y="1390710"/>
                  </a:lnTo>
                  <a:close/>
                  <a:moveTo>
                    <a:pt x="4507969" y="4306027"/>
                  </a:moveTo>
                  <a:lnTo>
                    <a:pt x="4203550" y="3491925"/>
                  </a:lnTo>
                  <a:lnTo>
                    <a:pt x="3476220" y="4219254"/>
                  </a:lnTo>
                  <a:lnTo>
                    <a:pt x="4355092" y="4557105"/>
                  </a:lnTo>
                  <a:lnTo>
                    <a:pt x="4674846" y="4876860"/>
                  </a:lnTo>
                  <a:lnTo>
                    <a:pt x="4876872" y="4674835"/>
                  </a:lnTo>
                  <a:lnTo>
                    <a:pt x="4508064" y="4306027"/>
                  </a:lnTo>
                  <a:close/>
                  <a:moveTo>
                    <a:pt x="3651195" y="1630549"/>
                  </a:moveTo>
                  <a:cubicBezTo>
                    <a:pt x="3688342" y="1633407"/>
                    <a:pt x="4196977" y="1893439"/>
                    <a:pt x="4628460" y="1461957"/>
                  </a:cubicBezTo>
                  <a:cubicBezTo>
                    <a:pt x="4882777" y="1207639"/>
                    <a:pt x="4948500" y="816162"/>
                    <a:pt x="4794195" y="487549"/>
                  </a:cubicBezTo>
                  <a:cubicBezTo>
                    <a:pt x="4731330" y="550414"/>
                    <a:pt x="4225552" y="1056192"/>
                    <a:pt x="4225552" y="1056192"/>
                  </a:cubicBezTo>
                  <a:lnTo>
                    <a:pt x="3819787" y="653284"/>
                  </a:lnTo>
                  <a:cubicBezTo>
                    <a:pt x="3882652" y="593277"/>
                    <a:pt x="4388430" y="84642"/>
                    <a:pt x="4388430" y="84642"/>
                  </a:cubicBezTo>
                  <a:cubicBezTo>
                    <a:pt x="4062675" y="-72521"/>
                    <a:pt x="3671197" y="-6798"/>
                    <a:pt x="3416880" y="250377"/>
                  </a:cubicBezTo>
                  <a:cubicBezTo>
                    <a:pt x="2985397" y="681859"/>
                    <a:pt x="3245430" y="1187637"/>
                    <a:pt x="3248287" y="1224784"/>
                  </a:cubicBezTo>
                  <a:cubicBezTo>
                    <a:pt x="3239238" y="1233833"/>
                    <a:pt x="3065598" y="1412141"/>
                    <a:pt x="2836521" y="1640836"/>
                  </a:cubicBezTo>
                  <a:lnTo>
                    <a:pt x="3237238" y="2048792"/>
                  </a:lnTo>
                  <a:cubicBezTo>
                    <a:pt x="3456504" y="1829907"/>
                    <a:pt x="3626906" y="1654838"/>
                    <a:pt x="3651290" y="1630454"/>
                  </a:cubicBezTo>
                  <a:close/>
                  <a:moveTo>
                    <a:pt x="1627989" y="2847559"/>
                  </a:moveTo>
                  <a:cubicBezTo>
                    <a:pt x="1418725" y="3056537"/>
                    <a:pt x="1256038" y="3217890"/>
                    <a:pt x="1232416" y="3241512"/>
                  </a:cubicBezTo>
                  <a:cubicBezTo>
                    <a:pt x="1192411" y="3238655"/>
                    <a:pt x="689491" y="2975765"/>
                    <a:pt x="252294" y="3412962"/>
                  </a:cubicBezTo>
                  <a:cubicBezTo>
                    <a:pt x="-4881" y="3670137"/>
                    <a:pt x="-73461" y="4061615"/>
                    <a:pt x="83701" y="4387370"/>
                  </a:cubicBezTo>
                  <a:cubicBezTo>
                    <a:pt x="146566" y="4327363"/>
                    <a:pt x="655201" y="3815870"/>
                    <a:pt x="655201" y="3815870"/>
                  </a:cubicBezTo>
                  <a:lnTo>
                    <a:pt x="1060966" y="4221635"/>
                  </a:lnTo>
                  <a:cubicBezTo>
                    <a:pt x="998101" y="4281643"/>
                    <a:pt x="489466" y="4793135"/>
                    <a:pt x="489466" y="4793135"/>
                  </a:cubicBezTo>
                  <a:cubicBezTo>
                    <a:pt x="815221" y="4950298"/>
                    <a:pt x="1206699" y="4881718"/>
                    <a:pt x="1463874" y="4624543"/>
                  </a:cubicBezTo>
                  <a:cubicBezTo>
                    <a:pt x="1901071" y="4187345"/>
                    <a:pt x="1638181" y="3684425"/>
                    <a:pt x="1635324" y="3644420"/>
                  </a:cubicBezTo>
                  <a:cubicBezTo>
                    <a:pt x="1644182" y="3636419"/>
                    <a:pt x="1810393" y="3472113"/>
                    <a:pt x="2029278" y="3253895"/>
                  </a:cubicBezTo>
                  <a:lnTo>
                    <a:pt x="1627989" y="2847559"/>
                  </a:lnTo>
                  <a:close/>
                </a:path>
              </a:pathLst>
            </a:custGeom>
            <a:solidFill>
              <a:schemeClr val="bg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</p:grp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7AF3B39F-5D9C-7F52-BBCE-D0CAD4EBC592}"/>
              </a:ext>
            </a:extLst>
          </p:cNvPr>
          <p:cNvGrpSpPr/>
          <p:nvPr/>
        </p:nvGrpSpPr>
        <p:grpSpPr>
          <a:xfrm>
            <a:off x="10766936" y="1166496"/>
            <a:ext cx="594395" cy="370036"/>
            <a:chOff x="7854970" y="1125168"/>
            <a:chExt cx="594395" cy="370036"/>
          </a:xfrm>
        </p:grpSpPr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44221C88-6B7D-4D72-5869-B100A854CDDC}"/>
                </a:ext>
              </a:extLst>
            </p:cNvPr>
            <p:cNvSpPr/>
            <p:nvPr/>
          </p:nvSpPr>
          <p:spPr>
            <a:xfrm>
              <a:off x="7854971" y="1125872"/>
              <a:ext cx="594394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 extrusionH="6350" contourW="76200">
                <a:contourClr>
                  <a:srgbClr val="32B081"/>
                </a:contourClr>
              </a:sp3d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37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</a:t>
              </a:r>
            </a:p>
          </p:txBody>
        </p:sp>
        <p:sp>
          <p:nvSpPr>
            <p:cNvPr id="308" name="직사각형 307">
              <a:extLst>
                <a:ext uri="{FF2B5EF4-FFF2-40B4-BE49-F238E27FC236}">
                  <a16:creationId xmlns:a16="http://schemas.microsoft.com/office/drawing/2014/main" id="{C14FC7A8-9F38-3E57-FEC1-E87BB4299EDD}"/>
                </a:ext>
              </a:extLst>
            </p:cNvPr>
            <p:cNvSpPr/>
            <p:nvPr/>
          </p:nvSpPr>
          <p:spPr>
            <a:xfrm>
              <a:off x="7854970" y="1125168"/>
              <a:ext cx="594394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37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</a:t>
              </a:r>
            </a:p>
          </p:txBody>
        </p:sp>
      </p:grp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2F71F8B2-1E5E-B0C7-1A3C-DE06C617D8C7}"/>
              </a:ext>
            </a:extLst>
          </p:cNvPr>
          <p:cNvGrpSpPr/>
          <p:nvPr/>
        </p:nvGrpSpPr>
        <p:grpSpPr>
          <a:xfrm>
            <a:off x="10318222" y="3688937"/>
            <a:ext cx="1043109" cy="376996"/>
            <a:chOff x="7406256" y="3580932"/>
            <a:chExt cx="1043109" cy="376996"/>
          </a:xfrm>
        </p:grpSpPr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3862756A-B177-84EB-19E7-0197528036A9}"/>
                </a:ext>
              </a:extLst>
            </p:cNvPr>
            <p:cNvSpPr/>
            <p:nvPr/>
          </p:nvSpPr>
          <p:spPr>
            <a:xfrm>
              <a:off x="7408694" y="3580932"/>
              <a:ext cx="1040671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 extrusionH="6350" contourW="76200">
                <a:contourClr>
                  <a:srgbClr val="32B081"/>
                </a:contourClr>
              </a:sp3d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9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 </a:t>
              </a:r>
              <a:r>
                <a:rPr lang="en-US" altLang="ko-KR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31EA</a:t>
              </a:r>
            </a:p>
          </p:txBody>
        </p:sp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ABABC55E-767A-3AC0-DA1C-30E6AFC1046E}"/>
                </a:ext>
              </a:extLst>
            </p:cNvPr>
            <p:cNvSpPr/>
            <p:nvPr/>
          </p:nvSpPr>
          <p:spPr>
            <a:xfrm>
              <a:off x="7406256" y="3588596"/>
              <a:ext cx="1040671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9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 </a:t>
              </a:r>
              <a:r>
                <a:rPr lang="en-US" altLang="ko-KR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31EA</a:t>
              </a:r>
            </a:p>
          </p:txBody>
        </p:sp>
      </p:grpSp>
      <p:graphicFrame>
        <p:nvGraphicFramePr>
          <p:cNvPr id="312" name="표 311">
            <a:extLst>
              <a:ext uri="{FF2B5EF4-FFF2-40B4-BE49-F238E27FC236}">
                <a16:creationId xmlns:a16="http://schemas.microsoft.com/office/drawing/2014/main" id="{79A536DB-7954-9FEC-B71B-F81B4AFF8745}"/>
              </a:ext>
            </a:extLst>
          </p:cNvPr>
          <p:cNvGraphicFramePr>
            <a:graphicFrameLocks noGrp="1"/>
          </p:cNvGraphicFramePr>
          <p:nvPr/>
        </p:nvGraphicFramePr>
        <p:xfrm>
          <a:off x="6753838" y="4058271"/>
          <a:ext cx="4747665" cy="21334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879">
                  <a:extLst>
                    <a:ext uri="{9D8B030D-6E8A-4147-A177-3AD203B41FA5}">
                      <a16:colId xmlns:a16="http://schemas.microsoft.com/office/drawing/2014/main" val="2233716330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732548318"/>
                    </a:ext>
                  </a:extLst>
                </a:gridCol>
                <a:gridCol w="2024673">
                  <a:extLst>
                    <a:ext uri="{9D8B030D-6E8A-4147-A177-3AD203B41FA5}">
                      <a16:colId xmlns:a16="http://schemas.microsoft.com/office/drawing/2014/main" val="3105871009"/>
                    </a:ext>
                  </a:extLst>
                </a:gridCol>
                <a:gridCol w="247531">
                  <a:extLst>
                    <a:ext uri="{9D8B030D-6E8A-4147-A177-3AD203B41FA5}">
                      <a16:colId xmlns:a16="http://schemas.microsoft.com/office/drawing/2014/main" val="874758328"/>
                    </a:ext>
                  </a:extLst>
                </a:gridCol>
                <a:gridCol w="622000">
                  <a:extLst>
                    <a:ext uri="{9D8B030D-6E8A-4147-A177-3AD203B41FA5}">
                      <a16:colId xmlns:a16="http://schemas.microsoft.com/office/drawing/2014/main" val="2315589749"/>
                    </a:ext>
                  </a:extLst>
                </a:gridCol>
                <a:gridCol w="514102">
                  <a:extLst>
                    <a:ext uri="{9D8B030D-6E8A-4147-A177-3AD203B41FA5}">
                      <a16:colId xmlns:a16="http://schemas.microsoft.com/office/drawing/2014/main" val="1360150619"/>
                    </a:ext>
                  </a:extLst>
                </a:gridCol>
                <a:gridCol w="587859">
                  <a:extLst>
                    <a:ext uri="{9D8B030D-6E8A-4147-A177-3AD203B41FA5}">
                      <a16:colId xmlns:a16="http://schemas.microsoft.com/office/drawing/2014/main" val="344827025"/>
                    </a:ext>
                  </a:extLst>
                </a:gridCol>
              </a:tblGrid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번호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관경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사 업 명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시공년월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발주처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도급사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91105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800A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5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구미광역</a:t>
                      </a:r>
                      <a:r>
                        <a:rPr lang="en-US" altLang="ko-KR" sz="75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75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lang="en-US" altLang="ko-KR" sz="75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75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원호계통 송수관로 이설공사</a:t>
                      </a:r>
                      <a:endParaRPr lang="ko-KR" altLang="en-US" sz="75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2024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11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태강건설㈜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441304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800A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고성 월평지구 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지장관로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이설공사 중 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부단수차단공사</a:t>
                      </a:r>
                      <a:endParaRPr lang="ko-KR" altLang="en-US" sz="75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원우건설㈜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442313"/>
                  </a:ext>
                </a:extLst>
              </a:tr>
              <a:tr h="13517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900A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50" b="1" kern="10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울산공업용수도 노후관 개량사업</a:t>
                      </a:r>
                      <a:r>
                        <a:rPr lang="en-US" altLang="ko-KR" sz="750" b="1" kern="10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(3</a:t>
                      </a:r>
                      <a:r>
                        <a:rPr lang="ko-KR" altLang="en-US" sz="750" b="1" kern="10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차</a:t>
                      </a:r>
                      <a:r>
                        <a:rPr lang="en-US" altLang="ko-KR" sz="750" b="1" kern="10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750" b="1" kern="10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및 추가사업 시설공사 중 울산공업용수도 </a:t>
                      </a:r>
                      <a:r>
                        <a:rPr lang="ko-KR" altLang="en-US" sz="750" b="1" kern="1000" spc="-5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부단수차단</a:t>
                      </a:r>
                      <a:r>
                        <a:rPr lang="en-US" altLang="ko-KR" sz="750" b="1" kern="10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(2) </a:t>
                      </a:r>
                      <a:r>
                        <a:rPr lang="ko-KR" altLang="en-US" sz="750" b="1" kern="10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금호건설㈜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277242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1650A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광양공업용수도개량공사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중 상수도공사 </a:t>
                      </a:r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부단수차단</a:t>
                      </a:r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75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 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케이씨씨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04420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충주권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관로시설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개선공사중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부단수차단공사</a:t>
                      </a:r>
                      <a:endParaRPr lang="ko-KR" altLang="en-US" sz="75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제이에스씨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0417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2200A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공공기여 대상사업 직접제공시설공사 </a:t>
                      </a:r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공구중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차단 </a:t>
                      </a:r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청담공원</a:t>
                      </a:r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탄천</a:t>
                      </a:r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75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현대건설㈜</a:t>
                      </a:r>
                      <a:endParaRPr kumimoji="0" lang="en-US" altLang="ko-KR" sz="8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5596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현대건설㈜</a:t>
                      </a:r>
                      <a:endParaRPr 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003477"/>
                  </a:ext>
                </a:extLst>
              </a:tr>
              <a:tr h="248829">
                <a:tc>
                  <a:txBody>
                    <a:bodyPr/>
                    <a:lstStyle/>
                    <a:p>
                      <a:pPr algn="ctr" fontAlgn="ctr"/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endParaRPr lang="ko-KR" altLang="en-US" sz="75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255700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9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1000A 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수도권</a:t>
                      </a:r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(IV)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광역상수도차단 </a:t>
                      </a:r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시화안산계통</a:t>
                      </a:r>
                      <a:r>
                        <a:rPr lang="en-US" altLang="ko-KR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복선화사업 시설공사 중 </a:t>
                      </a:r>
                      <a:r>
                        <a:rPr lang="ko-KR" altLang="en-US" sz="75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</a:t>
                      </a:r>
                      <a:r>
                        <a:rPr lang="ko-KR" altLang="en-US" sz="75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7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극동건설㈜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73359"/>
                  </a:ext>
                </a:extLst>
              </a:tr>
            </a:tbl>
          </a:graphicData>
        </a:graphic>
      </p:graphicFrame>
      <p:graphicFrame>
        <p:nvGraphicFramePr>
          <p:cNvPr id="314" name="표 313">
            <a:extLst>
              <a:ext uri="{FF2B5EF4-FFF2-40B4-BE49-F238E27FC236}">
                <a16:creationId xmlns:a16="http://schemas.microsoft.com/office/drawing/2014/main" id="{1B125067-35A5-F0A3-C44D-1C5BD28AF3FA}"/>
              </a:ext>
            </a:extLst>
          </p:cNvPr>
          <p:cNvGraphicFramePr>
            <a:graphicFrameLocks noGrp="1"/>
          </p:cNvGraphicFramePr>
          <p:nvPr/>
        </p:nvGraphicFramePr>
        <p:xfrm>
          <a:off x="6753839" y="1529233"/>
          <a:ext cx="4748036" cy="20928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998">
                  <a:extLst>
                    <a:ext uri="{9D8B030D-6E8A-4147-A177-3AD203B41FA5}">
                      <a16:colId xmlns:a16="http://schemas.microsoft.com/office/drawing/2014/main" val="2233716330"/>
                    </a:ext>
                  </a:extLst>
                </a:gridCol>
                <a:gridCol w="2534795">
                  <a:extLst>
                    <a:ext uri="{9D8B030D-6E8A-4147-A177-3AD203B41FA5}">
                      <a16:colId xmlns:a16="http://schemas.microsoft.com/office/drawing/2014/main" val="3105871009"/>
                    </a:ext>
                  </a:extLst>
                </a:gridCol>
                <a:gridCol w="722934">
                  <a:extLst>
                    <a:ext uri="{9D8B030D-6E8A-4147-A177-3AD203B41FA5}">
                      <a16:colId xmlns:a16="http://schemas.microsoft.com/office/drawing/2014/main" val="2315589749"/>
                    </a:ext>
                  </a:extLst>
                </a:gridCol>
                <a:gridCol w="684366">
                  <a:extLst>
                    <a:ext uri="{9D8B030D-6E8A-4147-A177-3AD203B41FA5}">
                      <a16:colId xmlns:a16="http://schemas.microsoft.com/office/drawing/2014/main" val="1360150619"/>
                    </a:ext>
                  </a:extLst>
                </a:gridCol>
                <a:gridCol w="553943">
                  <a:extLst>
                    <a:ext uri="{9D8B030D-6E8A-4147-A177-3AD203B41FA5}">
                      <a16:colId xmlns:a16="http://schemas.microsoft.com/office/drawing/2014/main" val="344827025"/>
                    </a:ext>
                  </a:extLst>
                </a:gridCol>
              </a:tblGrid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번호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사 업 명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선정년월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발주처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관경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91105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천안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정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천안계통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비상연계관로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신설공사</a:t>
                      </a: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D800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909818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옥회천 지방하천 정비공사 지장관로 이설공사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D900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13036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국도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호 신공주대교 연결로 설치사업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지장관로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이설공사</a:t>
                      </a: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kumimoji="0" lang="ko-KR" altLang="en-US" sz="8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5596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D1000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0105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남강댐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(Ⅰ)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광역상수도 노후관 개량사업시설공사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(1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7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D1100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184422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아산공업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(Ⅱ)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송수관로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복선화사업</a:t>
                      </a: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D1200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259147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수도권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(Ⅳ)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광역상수도 노후관 개량사업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(1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차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시흥계통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D1350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731882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7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광양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(Ⅰ)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공업용수도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광양신구계통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노후관 개량사업 시설공사</a:t>
                      </a: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D1350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361368"/>
                  </a:ext>
                </a:extLst>
              </a:tr>
              <a:tr h="242646">
                <a:tc>
                  <a:txBody>
                    <a:bodyPr/>
                    <a:lstStyle/>
                    <a:p>
                      <a:pPr algn="ctr" fontAlgn="ctr"/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5596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4925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38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수도권광역상수도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(Ⅰ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잠원동구간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관로이설사업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차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D2200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47867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F01E4655-DB44-3339-A71D-6E2F3460CF14}"/>
              </a:ext>
            </a:extLst>
          </p:cNvPr>
          <p:cNvGrpSpPr/>
          <p:nvPr/>
        </p:nvGrpSpPr>
        <p:grpSpPr>
          <a:xfrm>
            <a:off x="6753838" y="3238090"/>
            <a:ext cx="4748036" cy="132856"/>
            <a:chOff x="792581" y="7794910"/>
            <a:chExt cx="6192000" cy="360001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DCBB318C-69A8-BCB3-2B2F-D9202F597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81" y="7794910"/>
              <a:ext cx="6192000" cy="360000"/>
            </a:xfrm>
            <a:custGeom>
              <a:avLst/>
              <a:gdLst>
                <a:gd name="T0" fmla="*/ 0 w 1610"/>
                <a:gd name="T1" fmla="*/ 74 h 125"/>
                <a:gd name="T2" fmla="*/ 403 w 1610"/>
                <a:gd name="T3" fmla="*/ 125 h 125"/>
                <a:gd name="T4" fmla="*/ 1208 w 1610"/>
                <a:gd name="T5" fmla="*/ 23 h 125"/>
                <a:gd name="T6" fmla="*/ 1610 w 1610"/>
                <a:gd name="T7" fmla="*/ 74 h 125"/>
                <a:gd name="T8" fmla="*/ 1610 w 1610"/>
                <a:gd name="T9" fmla="*/ 51 h 125"/>
                <a:gd name="T10" fmla="*/ 1208 w 1610"/>
                <a:gd name="T11" fmla="*/ 0 h 125"/>
                <a:gd name="T12" fmla="*/ 403 w 1610"/>
                <a:gd name="T13" fmla="*/ 102 h 125"/>
                <a:gd name="T14" fmla="*/ 0 w 1610"/>
                <a:gd name="T15" fmla="*/ 51 h 125"/>
                <a:gd name="T16" fmla="*/ 0 w 1610"/>
                <a:gd name="T17" fmla="*/ 7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10" h="125">
                  <a:moveTo>
                    <a:pt x="0" y="74"/>
                  </a:moveTo>
                  <a:cubicBezTo>
                    <a:pt x="101" y="99"/>
                    <a:pt x="202" y="125"/>
                    <a:pt x="403" y="125"/>
                  </a:cubicBezTo>
                  <a:cubicBezTo>
                    <a:pt x="805" y="125"/>
                    <a:pt x="805" y="23"/>
                    <a:pt x="1208" y="23"/>
                  </a:cubicBezTo>
                  <a:cubicBezTo>
                    <a:pt x="1409" y="23"/>
                    <a:pt x="1510" y="48"/>
                    <a:pt x="1610" y="74"/>
                  </a:cubicBezTo>
                  <a:cubicBezTo>
                    <a:pt x="1610" y="51"/>
                    <a:pt x="1610" y="51"/>
                    <a:pt x="1610" y="51"/>
                  </a:cubicBezTo>
                  <a:cubicBezTo>
                    <a:pt x="1510" y="26"/>
                    <a:pt x="1409" y="0"/>
                    <a:pt x="1208" y="0"/>
                  </a:cubicBezTo>
                  <a:cubicBezTo>
                    <a:pt x="805" y="0"/>
                    <a:pt x="805" y="102"/>
                    <a:pt x="403" y="102"/>
                  </a:cubicBezTo>
                  <a:cubicBezTo>
                    <a:pt x="202" y="102"/>
                    <a:pt x="101" y="77"/>
                    <a:pt x="0" y="51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89617" tIns="44809" rIns="89617" bIns="448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9245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506" b="0" i="0" u="none" strike="noStrike" kern="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14E5882E-AE63-1478-1321-11AADC552298}"/>
                </a:ext>
              </a:extLst>
            </p:cNvPr>
            <p:cNvGrpSpPr/>
            <p:nvPr/>
          </p:nvGrpSpPr>
          <p:grpSpPr>
            <a:xfrm>
              <a:off x="792581" y="7794911"/>
              <a:ext cx="6192000" cy="360000"/>
              <a:chOff x="5821363" y="6462713"/>
              <a:chExt cx="6035675" cy="469900"/>
            </a:xfrm>
          </p:grpSpPr>
          <p:sp>
            <p:nvSpPr>
              <p:cNvPr id="5" name="Freeform 16">
                <a:extLst>
                  <a:ext uri="{FF2B5EF4-FFF2-40B4-BE49-F238E27FC236}">
                    <a16:creationId xmlns:a16="http://schemas.microsoft.com/office/drawing/2014/main" id="{8834070E-55B5-3FF1-2487-529D93D908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462713"/>
                <a:ext cx="6035675" cy="382588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7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6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9" name="Freeform 17">
                <a:extLst>
                  <a:ext uri="{FF2B5EF4-FFF2-40B4-BE49-F238E27FC236}">
                    <a16:creationId xmlns:a16="http://schemas.microsoft.com/office/drawing/2014/main" id="{3698E673-7E12-A8AF-313B-E9168003F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548438"/>
                <a:ext cx="6035675" cy="384175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6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5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832B8B6-2CD4-5808-C3CF-2BFD6C07F847}"/>
              </a:ext>
            </a:extLst>
          </p:cNvPr>
          <p:cNvGrpSpPr/>
          <p:nvPr/>
        </p:nvGrpSpPr>
        <p:grpSpPr>
          <a:xfrm>
            <a:off x="6764217" y="5715639"/>
            <a:ext cx="4748036" cy="132856"/>
            <a:chOff x="792581" y="7794910"/>
            <a:chExt cx="6192000" cy="360001"/>
          </a:xfrm>
        </p:grpSpPr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1A01E1CF-798E-C203-16A8-94C0E240C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81" y="7794910"/>
              <a:ext cx="6192000" cy="360000"/>
            </a:xfrm>
            <a:custGeom>
              <a:avLst/>
              <a:gdLst>
                <a:gd name="T0" fmla="*/ 0 w 1610"/>
                <a:gd name="T1" fmla="*/ 74 h 125"/>
                <a:gd name="T2" fmla="*/ 403 w 1610"/>
                <a:gd name="T3" fmla="*/ 125 h 125"/>
                <a:gd name="T4" fmla="*/ 1208 w 1610"/>
                <a:gd name="T5" fmla="*/ 23 h 125"/>
                <a:gd name="T6" fmla="*/ 1610 w 1610"/>
                <a:gd name="T7" fmla="*/ 74 h 125"/>
                <a:gd name="T8" fmla="*/ 1610 w 1610"/>
                <a:gd name="T9" fmla="*/ 51 h 125"/>
                <a:gd name="T10" fmla="*/ 1208 w 1610"/>
                <a:gd name="T11" fmla="*/ 0 h 125"/>
                <a:gd name="T12" fmla="*/ 403 w 1610"/>
                <a:gd name="T13" fmla="*/ 102 h 125"/>
                <a:gd name="T14" fmla="*/ 0 w 1610"/>
                <a:gd name="T15" fmla="*/ 51 h 125"/>
                <a:gd name="T16" fmla="*/ 0 w 1610"/>
                <a:gd name="T17" fmla="*/ 7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10" h="125">
                  <a:moveTo>
                    <a:pt x="0" y="74"/>
                  </a:moveTo>
                  <a:cubicBezTo>
                    <a:pt x="101" y="99"/>
                    <a:pt x="202" y="125"/>
                    <a:pt x="403" y="125"/>
                  </a:cubicBezTo>
                  <a:cubicBezTo>
                    <a:pt x="805" y="125"/>
                    <a:pt x="805" y="23"/>
                    <a:pt x="1208" y="23"/>
                  </a:cubicBezTo>
                  <a:cubicBezTo>
                    <a:pt x="1409" y="23"/>
                    <a:pt x="1510" y="48"/>
                    <a:pt x="1610" y="74"/>
                  </a:cubicBezTo>
                  <a:cubicBezTo>
                    <a:pt x="1610" y="51"/>
                    <a:pt x="1610" y="51"/>
                    <a:pt x="1610" y="51"/>
                  </a:cubicBezTo>
                  <a:cubicBezTo>
                    <a:pt x="1510" y="26"/>
                    <a:pt x="1409" y="0"/>
                    <a:pt x="1208" y="0"/>
                  </a:cubicBezTo>
                  <a:cubicBezTo>
                    <a:pt x="805" y="0"/>
                    <a:pt x="805" y="102"/>
                    <a:pt x="403" y="102"/>
                  </a:cubicBezTo>
                  <a:cubicBezTo>
                    <a:pt x="202" y="102"/>
                    <a:pt x="101" y="77"/>
                    <a:pt x="0" y="51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89617" tIns="44809" rIns="89617" bIns="448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9245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506" b="0" i="0" u="none" strike="noStrike" kern="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CC9509A6-0F00-3659-DF43-78D681BAE574}"/>
                </a:ext>
              </a:extLst>
            </p:cNvPr>
            <p:cNvGrpSpPr/>
            <p:nvPr/>
          </p:nvGrpSpPr>
          <p:grpSpPr>
            <a:xfrm>
              <a:off x="792581" y="7794911"/>
              <a:ext cx="6192000" cy="360000"/>
              <a:chOff x="5821363" y="6462713"/>
              <a:chExt cx="6035675" cy="469900"/>
            </a:xfrm>
          </p:grpSpPr>
          <p:sp>
            <p:nvSpPr>
              <p:cNvPr id="13" name="Freeform 16">
                <a:extLst>
                  <a:ext uri="{FF2B5EF4-FFF2-40B4-BE49-F238E27FC236}">
                    <a16:creationId xmlns:a16="http://schemas.microsoft.com/office/drawing/2014/main" id="{056D3D87-15A8-4358-9B5D-5648474A9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462713"/>
                <a:ext cx="6035675" cy="382588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7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6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4" name="Freeform 17">
                <a:extLst>
                  <a:ext uri="{FF2B5EF4-FFF2-40B4-BE49-F238E27FC236}">
                    <a16:creationId xmlns:a16="http://schemas.microsoft.com/office/drawing/2014/main" id="{1FB0ADAC-8193-5304-670F-39095AF94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548438"/>
                <a:ext cx="6035675" cy="384175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6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5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  <p:pic>
        <p:nvPicPr>
          <p:cNvPr id="313" name="그림 312" descr="사람, 손톱, 손가락, 엄지이(가) 표시된 사진&#10;&#10;자동 생성된 설명">
            <a:extLst>
              <a:ext uri="{FF2B5EF4-FFF2-40B4-BE49-F238E27FC236}">
                <a16:creationId xmlns:a16="http://schemas.microsoft.com/office/drawing/2014/main" id="{781136B2-B8ED-D820-B978-EC2871ACA567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r="12347"/>
          <a:stretch/>
        </p:blipFill>
        <p:spPr>
          <a:xfrm>
            <a:off x="10109600" y="4954780"/>
            <a:ext cx="1510898" cy="1456553"/>
          </a:xfrm>
          <a:custGeom>
            <a:avLst/>
            <a:gdLst>
              <a:gd name="connsiteX0" fmla="*/ 0 w 1666112"/>
              <a:gd name="connsiteY0" fmla="*/ 0 h 1606184"/>
              <a:gd name="connsiteX1" fmla="*/ 1666112 w 1666112"/>
              <a:gd name="connsiteY1" fmla="*/ 0 h 1606184"/>
              <a:gd name="connsiteX2" fmla="*/ 1666112 w 1666112"/>
              <a:gd name="connsiteY2" fmla="*/ 1606184 h 1606184"/>
              <a:gd name="connsiteX3" fmla="*/ 0 w 1666112"/>
              <a:gd name="connsiteY3" fmla="*/ 1606184 h 160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6112" h="1606184">
                <a:moveTo>
                  <a:pt x="0" y="0"/>
                </a:moveTo>
                <a:lnTo>
                  <a:pt x="1666112" y="0"/>
                </a:lnTo>
                <a:lnTo>
                  <a:pt x="1666112" y="1606184"/>
                </a:lnTo>
                <a:lnTo>
                  <a:pt x="0" y="1606184"/>
                </a:lnTo>
                <a:close/>
              </a:path>
            </a:pathLst>
          </a:custGeom>
          <a:noFill/>
          <a:effectLst>
            <a:outerShdw blurRad="190500" dist="114300" dir="5400000" algn="t" rotWithShape="0">
              <a:prstClr val="black">
                <a:alpha val="17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8620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4EEEF-548B-06DF-7699-932D9B708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안개, 그레이이(가) 표시된 사진&#10;&#10;자동 생성된 설명">
            <a:extLst>
              <a:ext uri="{FF2B5EF4-FFF2-40B4-BE49-F238E27FC236}">
                <a16:creationId xmlns:a16="http://schemas.microsoft.com/office/drawing/2014/main" id="{3AC14480-FB4F-6A3D-944A-349B17AB89A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6000"/>
          </a:blip>
          <a:srcRect l="5049" r="5049"/>
          <a:stretch/>
        </p:blipFill>
        <p:spPr>
          <a:xfrm>
            <a:off x="1" y="1342991"/>
            <a:ext cx="9144000" cy="4954258"/>
          </a:xfrm>
          <a:prstGeom prst="rect">
            <a:avLst/>
          </a:prstGeom>
        </p:spPr>
      </p:pic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4944AD5-3CA6-8813-9E72-4995EE8AF66B}"/>
              </a:ext>
            </a:extLst>
          </p:cNvPr>
          <p:cNvSpPr>
            <a:spLocks/>
          </p:cNvSpPr>
          <p:nvPr/>
        </p:nvSpPr>
        <p:spPr bwMode="auto">
          <a:xfrm>
            <a:off x="1" y="1326256"/>
            <a:ext cx="9143999" cy="51034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587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/>
            <a:endParaRPr lang="ko-KR" altLang="en-US" sz="2000" b="1" kern="0" dirty="0">
              <a:ln>
                <a:solidFill>
                  <a:srgbClr val="576C87">
                    <a:alpha val="0"/>
                  </a:srgb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3981E9FB-85DD-12DA-8DEB-DF4833AD7831}"/>
              </a:ext>
            </a:extLst>
          </p:cNvPr>
          <p:cNvSpPr txBox="1"/>
          <p:nvPr/>
        </p:nvSpPr>
        <p:spPr>
          <a:xfrm>
            <a:off x="437032" y="1427539"/>
            <a:ext cx="426398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017151" latinLnBrk="1">
              <a:tabLst>
                <a:tab pos="2425700" algn="l"/>
                <a:tab pos="2781300" algn="l"/>
              </a:tabLst>
              <a:defRPr/>
            </a:pPr>
            <a:r>
              <a:rPr lang="en-US" altLang="ko-KR" spc="-5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2009</a:t>
            </a:r>
            <a:r>
              <a:rPr lang="ko-KR" altLang="en-US" spc="-5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년 창사이래로 </a:t>
            </a:r>
            <a:r>
              <a:rPr lang="ko-KR" altLang="en-US" sz="2000" spc="-5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rgbClr val="FFFF0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안정적 시공실적 달성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5936D15-65F0-C1CC-C9B2-D2C8A7A019B9}"/>
              </a:ext>
            </a:extLst>
          </p:cNvPr>
          <p:cNvGrpSpPr/>
          <p:nvPr/>
        </p:nvGrpSpPr>
        <p:grpSpPr>
          <a:xfrm>
            <a:off x="428605" y="904102"/>
            <a:ext cx="702391" cy="277792"/>
            <a:chOff x="426531" y="906614"/>
            <a:chExt cx="702391" cy="277792"/>
          </a:xfrm>
        </p:grpSpPr>
        <p:sp>
          <p:nvSpPr>
            <p:cNvPr id="7" name="텍스트 개체 틀 2">
              <a:extLst>
                <a:ext uri="{FF2B5EF4-FFF2-40B4-BE49-F238E27FC236}">
                  <a16:creationId xmlns:a16="http://schemas.microsoft.com/office/drawing/2014/main" id="{8B79F4C7-0A56-E01E-1401-EB3081C91704}"/>
                </a:ext>
              </a:extLst>
            </p:cNvPr>
            <p:cNvSpPr txBox="1">
              <a:spLocks/>
            </p:cNvSpPr>
            <p:nvPr/>
          </p:nvSpPr>
          <p:spPr>
            <a:xfrm>
              <a:off x="760231" y="922400"/>
              <a:ext cx="368691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>
              <a:defPPr>
                <a:defRPr lang="ko-KR"/>
              </a:defPPr>
              <a:lvl1pPr indent="0" defTabSz="9144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>
                  <a:solidFill>
                    <a:schemeClr val="bg1">
                      <a:lumMod val="65000"/>
                    </a:schemeClr>
                  </a:solidFill>
                </a:defRPr>
              </a:lvl1pPr>
              <a:lvl2pPr marL="4572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/>
              </a:lvl2pPr>
              <a:lvl3pPr marL="0" lvl="2" indent="0" defTabSz="914400" fontAlgn="base" latinLnBrk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F5F5F"/>
                </a:buClr>
                <a:buSzPct val="100000"/>
                <a:buFont typeface="Arial" panose="020B0604020202020204" pitchFamily="34" charset="0"/>
                <a:buNone/>
                <a:tabLst>
                  <a:tab pos="88900" algn="l"/>
                </a:tabLst>
                <a:defRPr sz="2000" spc="-150">
                  <a:ln w="1270">
                    <a:noFill/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3pPr>
              <a:lvl4pPr marL="13716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4pPr>
              <a:lvl5pPr marL="18288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5pPr>
              <a:lvl6pPr marL="22860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6pPr>
              <a:lvl7pPr marL="27432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7pPr>
              <a:lvl8pPr marL="32004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8pPr>
              <a:lvl9pPr marL="36576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9pPr>
            </a:lstStyle>
            <a:p>
              <a:pPr lvl="2">
                <a:defRPr/>
              </a:pPr>
              <a:r>
                <a:rPr lang="ko-KR" altLang="en-US" sz="1600" spc="-100" dirty="0">
                  <a:ln w="1270"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0486DC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실적</a:t>
              </a:r>
            </a:p>
          </p:txBody>
        </p:sp>
        <p:sp>
          <p:nvSpPr>
            <p:cNvPr id="8" name="그래픽 122">
              <a:extLst>
                <a:ext uri="{FF2B5EF4-FFF2-40B4-BE49-F238E27FC236}">
                  <a16:creationId xmlns:a16="http://schemas.microsoft.com/office/drawing/2014/main" id="{20041DD5-1D00-ED82-C956-C1A1DF8E5B1C}"/>
                </a:ext>
              </a:extLst>
            </p:cNvPr>
            <p:cNvSpPr/>
            <p:nvPr/>
          </p:nvSpPr>
          <p:spPr>
            <a:xfrm>
              <a:off x="426531" y="906614"/>
              <a:ext cx="277779" cy="277792"/>
            </a:xfrm>
            <a:custGeom>
              <a:avLst/>
              <a:gdLst>
                <a:gd name="connsiteX0" fmla="*/ 860584 w 1804034"/>
                <a:gd name="connsiteY0" fmla="*/ 740569 h 1804130"/>
                <a:gd name="connsiteX1" fmla="*/ 969836 w 1804034"/>
                <a:gd name="connsiteY1" fmla="*/ 631317 h 1804130"/>
                <a:gd name="connsiteX2" fmla="*/ 1079087 w 1804034"/>
                <a:gd name="connsiteY2" fmla="*/ 740569 h 1804130"/>
                <a:gd name="connsiteX3" fmla="*/ 969836 w 1804034"/>
                <a:gd name="connsiteY3" fmla="*/ 849821 h 1804130"/>
                <a:gd name="connsiteX4" fmla="*/ 860584 w 1804034"/>
                <a:gd name="connsiteY4" fmla="*/ 740569 h 1804130"/>
                <a:gd name="connsiteX5" fmla="*/ 1395127 w 1804034"/>
                <a:gd name="connsiteY5" fmla="*/ 892397 h 1804130"/>
                <a:gd name="connsiteX6" fmla="*/ 1008888 w 1804034"/>
                <a:gd name="connsiteY6" fmla="*/ 931831 h 1804130"/>
                <a:gd name="connsiteX7" fmla="*/ 745903 w 1804034"/>
                <a:gd name="connsiteY7" fmla="*/ 811816 h 1804130"/>
                <a:gd name="connsiteX8" fmla="*/ 435293 w 1804034"/>
                <a:gd name="connsiteY8" fmla="*/ 930116 h 1804130"/>
                <a:gd name="connsiteX9" fmla="*/ 243173 w 1804034"/>
                <a:gd name="connsiteY9" fmla="*/ 912209 h 1804130"/>
                <a:gd name="connsiteX10" fmla="*/ 902018 w 1804034"/>
                <a:gd name="connsiteY10" fmla="*/ 1561148 h 1804130"/>
                <a:gd name="connsiteX11" fmla="*/ 1560767 w 1804034"/>
                <a:gd name="connsiteY11" fmla="*/ 916591 h 1804130"/>
                <a:gd name="connsiteX12" fmla="*/ 1395032 w 1804034"/>
                <a:gd name="connsiteY12" fmla="*/ 892397 h 1804130"/>
                <a:gd name="connsiteX13" fmla="*/ 1189292 w 1804034"/>
                <a:gd name="connsiteY13" fmla="*/ 592455 h 1804130"/>
                <a:gd name="connsiteX14" fmla="*/ 1252538 w 1804034"/>
                <a:gd name="connsiteY14" fmla="*/ 529209 h 1804130"/>
                <a:gd name="connsiteX15" fmla="*/ 1189292 w 1804034"/>
                <a:gd name="connsiteY15" fmla="*/ 465963 h 1804130"/>
                <a:gd name="connsiteX16" fmla="*/ 1126046 w 1804034"/>
                <a:gd name="connsiteY16" fmla="*/ 529209 h 1804130"/>
                <a:gd name="connsiteX17" fmla="*/ 1189292 w 1804034"/>
                <a:gd name="connsiteY17" fmla="*/ 592455 h 1804130"/>
                <a:gd name="connsiteX18" fmla="*/ 783336 w 1804034"/>
                <a:gd name="connsiteY18" fmla="*/ 641318 h 1804130"/>
                <a:gd name="connsiteX19" fmla="*/ 863822 w 1804034"/>
                <a:gd name="connsiteY19" fmla="*/ 560832 h 1804130"/>
                <a:gd name="connsiteX20" fmla="*/ 783336 w 1804034"/>
                <a:gd name="connsiteY20" fmla="*/ 480346 h 1804130"/>
                <a:gd name="connsiteX21" fmla="*/ 702850 w 1804034"/>
                <a:gd name="connsiteY21" fmla="*/ 560832 h 1804130"/>
                <a:gd name="connsiteX22" fmla="*/ 783336 w 1804034"/>
                <a:gd name="connsiteY22" fmla="*/ 641318 h 1804130"/>
                <a:gd name="connsiteX23" fmla="*/ 1804035 w 1804034"/>
                <a:gd name="connsiteY23" fmla="*/ 902113 h 1804130"/>
                <a:gd name="connsiteX24" fmla="*/ 902018 w 1804034"/>
                <a:gd name="connsiteY24" fmla="*/ 1804130 h 1804130"/>
                <a:gd name="connsiteX25" fmla="*/ 0 w 1804034"/>
                <a:gd name="connsiteY25" fmla="*/ 902018 h 1804130"/>
                <a:gd name="connsiteX26" fmla="*/ 902018 w 1804034"/>
                <a:gd name="connsiteY26" fmla="*/ 0 h 1804130"/>
                <a:gd name="connsiteX27" fmla="*/ 1804035 w 1804034"/>
                <a:gd name="connsiteY27" fmla="*/ 902018 h 1804130"/>
                <a:gd name="connsiteX28" fmla="*/ 1661160 w 1804034"/>
                <a:gd name="connsiteY28" fmla="*/ 902113 h 1804130"/>
                <a:gd name="connsiteX29" fmla="*/ 902018 w 1804034"/>
                <a:gd name="connsiteY29" fmla="*/ 142970 h 1804130"/>
                <a:gd name="connsiteX30" fmla="*/ 142875 w 1804034"/>
                <a:gd name="connsiteY30" fmla="*/ 902018 h 1804130"/>
                <a:gd name="connsiteX31" fmla="*/ 902018 w 1804034"/>
                <a:gd name="connsiteY31" fmla="*/ 1661160 h 1804130"/>
                <a:gd name="connsiteX32" fmla="*/ 1661160 w 1804034"/>
                <a:gd name="connsiteY32" fmla="*/ 902018 h 180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804034" h="1804130">
                  <a:moveTo>
                    <a:pt x="860584" y="740569"/>
                  </a:moveTo>
                  <a:cubicBezTo>
                    <a:pt x="860584" y="680180"/>
                    <a:pt x="909542" y="631317"/>
                    <a:pt x="969836" y="631317"/>
                  </a:cubicBezTo>
                  <a:cubicBezTo>
                    <a:pt x="1030129" y="631317"/>
                    <a:pt x="1079087" y="680276"/>
                    <a:pt x="1079087" y="740569"/>
                  </a:cubicBezTo>
                  <a:cubicBezTo>
                    <a:pt x="1079087" y="800862"/>
                    <a:pt x="1030129" y="849821"/>
                    <a:pt x="969836" y="849821"/>
                  </a:cubicBezTo>
                  <a:cubicBezTo>
                    <a:pt x="909542" y="849821"/>
                    <a:pt x="860584" y="800862"/>
                    <a:pt x="860584" y="740569"/>
                  </a:cubicBezTo>
                  <a:close/>
                  <a:moveTo>
                    <a:pt x="1395127" y="892397"/>
                  </a:moveTo>
                  <a:cubicBezTo>
                    <a:pt x="1166717" y="792099"/>
                    <a:pt x="1165003" y="841438"/>
                    <a:pt x="1008888" y="931831"/>
                  </a:cubicBezTo>
                  <a:cubicBezTo>
                    <a:pt x="852773" y="1022223"/>
                    <a:pt x="862584" y="882491"/>
                    <a:pt x="745903" y="811816"/>
                  </a:cubicBezTo>
                  <a:cubicBezTo>
                    <a:pt x="629222" y="741140"/>
                    <a:pt x="578263" y="861060"/>
                    <a:pt x="435293" y="930116"/>
                  </a:cubicBezTo>
                  <a:cubicBezTo>
                    <a:pt x="361569" y="965740"/>
                    <a:pt x="292703" y="942785"/>
                    <a:pt x="243173" y="912209"/>
                  </a:cubicBezTo>
                  <a:cubicBezTo>
                    <a:pt x="248507" y="1271492"/>
                    <a:pt x="541401" y="1561148"/>
                    <a:pt x="902018" y="1561148"/>
                  </a:cubicBezTo>
                  <a:cubicBezTo>
                    <a:pt x="1262634" y="1561148"/>
                    <a:pt x="1553147" y="1273874"/>
                    <a:pt x="1560767" y="916591"/>
                  </a:cubicBezTo>
                  <a:cubicBezTo>
                    <a:pt x="1507236" y="922211"/>
                    <a:pt x="1450753" y="916781"/>
                    <a:pt x="1395032" y="892397"/>
                  </a:cubicBezTo>
                  <a:close/>
                  <a:moveTo>
                    <a:pt x="1189292" y="592455"/>
                  </a:moveTo>
                  <a:cubicBezTo>
                    <a:pt x="1224248" y="592455"/>
                    <a:pt x="1252538" y="564166"/>
                    <a:pt x="1252538" y="529209"/>
                  </a:cubicBezTo>
                  <a:cubicBezTo>
                    <a:pt x="1252538" y="494252"/>
                    <a:pt x="1224248" y="465963"/>
                    <a:pt x="1189292" y="465963"/>
                  </a:cubicBezTo>
                  <a:cubicBezTo>
                    <a:pt x="1154335" y="465963"/>
                    <a:pt x="1126046" y="494252"/>
                    <a:pt x="1126046" y="529209"/>
                  </a:cubicBezTo>
                  <a:cubicBezTo>
                    <a:pt x="1126046" y="564166"/>
                    <a:pt x="1154335" y="592455"/>
                    <a:pt x="1189292" y="592455"/>
                  </a:cubicBezTo>
                  <a:close/>
                  <a:moveTo>
                    <a:pt x="783336" y="641318"/>
                  </a:moveTo>
                  <a:cubicBezTo>
                    <a:pt x="827818" y="641318"/>
                    <a:pt x="863822" y="605314"/>
                    <a:pt x="863822" y="560832"/>
                  </a:cubicBezTo>
                  <a:cubicBezTo>
                    <a:pt x="863822" y="516350"/>
                    <a:pt x="827818" y="480346"/>
                    <a:pt x="783336" y="480346"/>
                  </a:cubicBezTo>
                  <a:cubicBezTo>
                    <a:pt x="738854" y="480346"/>
                    <a:pt x="702850" y="516350"/>
                    <a:pt x="702850" y="560832"/>
                  </a:cubicBezTo>
                  <a:cubicBezTo>
                    <a:pt x="702850" y="605314"/>
                    <a:pt x="738854" y="641318"/>
                    <a:pt x="783336" y="641318"/>
                  </a:cubicBezTo>
                  <a:close/>
                  <a:moveTo>
                    <a:pt x="1804035" y="902113"/>
                  </a:moveTo>
                  <a:cubicBezTo>
                    <a:pt x="1804035" y="1399508"/>
                    <a:pt x="1399413" y="1804130"/>
                    <a:pt x="902018" y="1804130"/>
                  </a:cubicBezTo>
                  <a:cubicBezTo>
                    <a:pt x="404622" y="1804130"/>
                    <a:pt x="0" y="1399413"/>
                    <a:pt x="0" y="902018"/>
                  </a:cubicBezTo>
                  <a:cubicBezTo>
                    <a:pt x="0" y="404622"/>
                    <a:pt x="404622" y="0"/>
                    <a:pt x="902018" y="0"/>
                  </a:cubicBezTo>
                  <a:cubicBezTo>
                    <a:pt x="1399413" y="0"/>
                    <a:pt x="1804035" y="404622"/>
                    <a:pt x="1804035" y="902018"/>
                  </a:cubicBezTo>
                  <a:close/>
                  <a:moveTo>
                    <a:pt x="1661160" y="902113"/>
                  </a:moveTo>
                  <a:cubicBezTo>
                    <a:pt x="1661160" y="483489"/>
                    <a:pt x="1320641" y="142970"/>
                    <a:pt x="902018" y="142970"/>
                  </a:cubicBezTo>
                  <a:cubicBezTo>
                    <a:pt x="483394" y="142970"/>
                    <a:pt x="142875" y="483394"/>
                    <a:pt x="142875" y="902018"/>
                  </a:cubicBezTo>
                  <a:cubicBezTo>
                    <a:pt x="142875" y="1320641"/>
                    <a:pt x="483394" y="1661160"/>
                    <a:pt x="902018" y="1661160"/>
                  </a:cubicBezTo>
                  <a:cubicBezTo>
                    <a:pt x="1320641" y="1661160"/>
                    <a:pt x="1661160" y="1320641"/>
                    <a:pt x="1661160" y="902018"/>
                  </a:cubicBezTo>
                  <a:close/>
                </a:path>
              </a:pathLst>
            </a:custGeom>
            <a:gradFill>
              <a:gsLst>
                <a:gs pos="0">
                  <a:srgbClr val="1BB214"/>
                </a:gs>
                <a:gs pos="100000">
                  <a:srgbClr val="0486D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endParaRPr kumimoji="1" lang="ko-KR" altLang="en-US" sz="2215" b="1">
                <a:ln w="13500">
                  <a:solidFill>
                    <a:srgbClr val="576C87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</p:grpSp>
      <p:sp>
        <p:nvSpPr>
          <p:cNvPr id="234" name="사각형: 둥근 모서리 81">
            <a:extLst>
              <a:ext uri="{FF2B5EF4-FFF2-40B4-BE49-F238E27FC236}">
                <a16:creationId xmlns:a16="http://schemas.microsoft.com/office/drawing/2014/main" id="{EE345781-06AB-0073-0394-F687463A4291}"/>
              </a:ext>
            </a:extLst>
          </p:cNvPr>
          <p:cNvSpPr/>
          <p:nvPr/>
        </p:nvSpPr>
        <p:spPr>
          <a:xfrm>
            <a:off x="729263" y="2131636"/>
            <a:ext cx="6868906" cy="1912463"/>
          </a:xfrm>
          <a:prstGeom prst="rect">
            <a:avLst/>
          </a:prstGeom>
          <a:solidFill>
            <a:srgbClr val="BAC6DC">
              <a:alpha val="4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500" dirty="0">
              <a:solidFill>
                <a:srgbClr val="6E7B88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35" name="사각형: 둥근 모서리 81">
            <a:extLst>
              <a:ext uri="{FF2B5EF4-FFF2-40B4-BE49-F238E27FC236}">
                <a16:creationId xmlns:a16="http://schemas.microsoft.com/office/drawing/2014/main" id="{9F61E3BF-0D87-9ECC-6BE5-04A33E63C987}"/>
              </a:ext>
            </a:extLst>
          </p:cNvPr>
          <p:cNvSpPr/>
          <p:nvPr/>
        </p:nvSpPr>
        <p:spPr>
          <a:xfrm>
            <a:off x="1812713" y="4489479"/>
            <a:ext cx="5785433" cy="1621762"/>
          </a:xfrm>
          <a:prstGeom prst="rect">
            <a:avLst/>
          </a:prstGeom>
          <a:solidFill>
            <a:srgbClr val="BAC6DC">
              <a:alpha val="4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500" dirty="0">
              <a:solidFill>
                <a:srgbClr val="6E7B88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36" name="사각형: 둥근 모서리 81">
            <a:extLst>
              <a:ext uri="{FF2B5EF4-FFF2-40B4-BE49-F238E27FC236}">
                <a16:creationId xmlns:a16="http://schemas.microsoft.com/office/drawing/2014/main" id="{41B4918E-87FB-7297-EE3A-D187DB48AA86}"/>
              </a:ext>
            </a:extLst>
          </p:cNvPr>
          <p:cNvSpPr/>
          <p:nvPr/>
        </p:nvSpPr>
        <p:spPr>
          <a:xfrm>
            <a:off x="697584" y="2131636"/>
            <a:ext cx="6040088" cy="349163"/>
          </a:xfrm>
          <a:prstGeom prst="rect">
            <a:avLst/>
          </a:prstGeom>
          <a:solidFill>
            <a:srgbClr val="25835F"/>
          </a:solidFill>
          <a:ln w="3828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/>
            <a:endParaRPr lang="ko-KR" altLang="en-US" sz="2800" b="1" kern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sp>
        <p:nvSpPr>
          <p:cNvPr id="237" name="텍스트 개체 틀 2">
            <a:extLst>
              <a:ext uri="{FF2B5EF4-FFF2-40B4-BE49-F238E27FC236}">
                <a16:creationId xmlns:a16="http://schemas.microsoft.com/office/drawing/2014/main" id="{495CBE49-5192-E566-A612-09F03AF39BAB}"/>
              </a:ext>
            </a:extLst>
          </p:cNvPr>
          <p:cNvSpPr txBox="1">
            <a:spLocks/>
          </p:cNvSpPr>
          <p:nvPr/>
        </p:nvSpPr>
        <p:spPr>
          <a:xfrm>
            <a:off x="2233454" y="2198493"/>
            <a:ext cx="1870705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신기술 지정증서 제 </a:t>
            </a:r>
            <a:r>
              <a:rPr lang="en-US" altLang="ko-KR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936</a:t>
            </a:r>
            <a:r>
              <a:rPr lang="ko-KR" altLang="en-US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호</a:t>
            </a: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08E186C3-DA45-FC04-2162-FC85475D966A}"/>
              </a:ext>
            </a:extLst>
          </p:cNvPr>
          <p:cNvGrpSpPr/>
          <p:nvPr/>
        </p:nvGrpSpPr>
        <p:grpSpPr>
          <a:xfrm>
            <a:off x="2233454" y="2637394"/>
            <a:ext cx="788727" cy="1180380"/>
            <a:chOff x="2199506" y="2195725"/>
            <a:chExt cx="739177" cy="1106225"/>
          </a:xfrm>
        </p:grpSpPr>
        <p:grpSp>
          <p:nvGrpSpPr>
            <p:cNvPr id="239" name="그룹 238">
              <a:extLst>
                <a:ext uri="{FF2B5EF4-FFF2-40B4-BE49-F238E27FC236}">
                  <a16:creationId xmlns:a16="http://schemas.microsoft.com/office/drawing/2014/main" id="{A83244AE-E8FC-8396-5702-02CF1866115A}"/>
                </a:ext>
              </a:extLst>
            </p:cNvPr>
            <p:cNvGrpSpPr/>
            <p:nvPr/>
          </p:nvGrpSpPr>
          <p:grpSpPr>
            <a:xfrm>
              <a:off x="2199506" y="2350456"/>
              <a:ext cx="739177" cy="951494"/>
              <a:chOff x="1859105" y="2643183"/>
              <a:chExt cx="676823" cy="871907"/>
            </a:xfrm>
          </p:grpSpPr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465339F9-7699-EA6A-8411-3930A95D8EFF}"/>
                  </a:ext>
                </a:extLst>
              </p:cNvPr>
              <p:cNvSpPr/>
              <p:nvPr/>
            </p:nvSpPr>
            <p:spPr>
              <a:xfrm>
                <a:off x="1859105" y="2643183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242" name="그림 241">
                <a:extLst>
                  <a:ext uri="{FF2B5EF4-FFF2-40B4-BE49-F238E27FC236}">
                    <a16:creationId xmlns:a16="http://schemas.microsoft.com/office/drawing/2014/main" id="{E96EB40D-B5BB-E4B9-6EA6-055D465F23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5510" y="2681838"/>
                <a:ext cx="564013" cy="794596"/>
              </a:xfrm>
              <a:prstGeom prst="rect">
                <a:avLst/>
              </a:prstGeom>
            </p:spPr>
          </p:pic>
        </p:grpSp>
        <p:sp>
          <p:nvSpPr>
            <p:cNvPr id="240" name="사각형: 둥근 모서리 30">
              <a:extLst>
                <a:ext uri="{FF2B5EF4-FFF2-40B4-BE49-F238E27FC236}">
                  <a16:creationId xmlns:a16="http://schemas.microsoft.com/office/drawing/2014/main" id="{E23CBB5F-E999-329A-85C0-0DAA603FFFFD}"/>
                </a:ext>
              </a:extLst>
            </p:cNvPr>
            <p:cNvSpPr/>
            <p:nvPr/>
          </p:nvSpPr>
          <p:spPr>
            <a:xfrm>
              <a:off x="2202297" y="2195725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10-1022842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7B35228E-5B95-1C58-F199-00533DE0E960}"/>
              </a:ext>
            </a:extLst>
          </p:cNvPr>
          <p:cNvGrpSpPr/>
          <p:nvPr/>
        </p:nvGrpSpPr>
        <p:grpSpPr>
          <a:xfrm>
            <a:off x="3929956" y="2637394"/>
            <a:ext cx="788727" cy="1180380"/>
            <a:chOff x="3031588" y="2195725"/>
            <a:chExt cx="739177" cy="1106225"/>
          </a:xfrm>
        </p:grpSpPr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674BD9EC-0ADA-0796-CBD6-A2EC0333A7F8}"/>
                </a:ext>
              </a:extLst>
            </p:cNvPr>
            <p:cNvGrpSpPr/>
            <p:nvPr/>
          </p:nvGrpSpPr>
          <p:grpSpPr>
            <a:xfrm>
              <a:off x="3031588" y="2350456"/>
              <a:ext cx="739177" cy="951494"/>
              <a:chOff x="2623150" y="2643183"/>
              <a:chExt cx="676823" cy="871907"/>
            </a:xfrm>
          </p:grpSpPr>
          <p:sp>
            <p:nvSpPr>
              <p:cNvPr id="298" name="직사각형 297">
                <a:extLst>
                  <a:ext uri="{FF2B5EF4-FFF2-40B4-BE49-F238E27FC236}">
                    <a16:creationId xmlns:a16="http://schemas.microsoft.com/office/drawing/2014/main" id="{63386139-A452-54D6-CCE3-F52525493217}"/>
                  </a:ext>
                </a:extLst>
              </p:cNvPr>
              <p:cNvSpPr/>
              <p:nvPr/>
            </p:nvSpPr>
            <p:spPr>
              <a:xfrm>
                <a:off x="2623150" y="2643183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20" name="그림 319">
                <a:extLst>
                  <a:ext uri="{FF2B5EF4-FFF2-40B4-BE49-F238E27FC236}">
                    <a16:creationId xmlns:a16="http://schemas.microsoft.com/office/drawing/2014/main" id="{A95CE878-D717-C533-0D62-F8E5026C80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0982" y="2665555"/>
                <a:ext cx="600480" cy="841176"/>
              </a:xfrm>
              <a:prstGeom prst="rect">
                <a:avLst/>
              </a:prstGeom>
              <a:gradFill>
                <a:gsLst>
                  <a:gs pos="56000">
                    <a:srgbClr val="1C7C37"/>
                  </a:gs>
                  <a:gs pos="56000">
                    <a:srgbClr val="0F5913"/>
                  </a:gs>
                </a:gsLst>
                <a:lin ang="3600000" scaled="0"/>
              </a:gradFill>
              <a:ln w="15875">
                <a:noFill/>
              </a:ln>
              <a:effectLst/>
            </p:spPr>
          </p:pic>
        </p:grpSp>
        <p:sp>
          <p:nvSpPr>
            <p:cNvPr id="248" name="사각형: 둥근 모서리 30">
              <a:extLst>
                <a:ext uri="{FF2B5EF4-FFF2-40B4-BE49-F238E27FC236}">
                  <a16:creationId xmlns:a16="http://schemas.microsoft.com/office/drawing/2014/main" id="{1D503B9A-D62F-FB7B-1BBC-075B5E4E6C42}"/>
                </a:ext>
              </a:extLst>
            </p:cNvPr>
            <p:cNvSpPr/>
            <p:nvPr/>
          </p:nvSpPr>
          <p:spPr>
            <a:xfrm>
              <a:off x="3034379" y="2195725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10-1262049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14B29A94-D2B6-9104-587B-FC00C890930E}"/>
              </a:ext>
            </a:extLst>
          </p:cNvPr>
          <p:cNvGrpSpPr/>
          <p:nvPr/>
        </p:nvGrpSpPr>
        <p:grpSpPr>
          <a:xfrm>
            <a:off x="5626458" y="2637394"/>
            <a:ext cx="788727" cy="1180380"/>
            <a:chOff x="3863669" y="2195725"/>
            <a:chExt cx="739177" cy="1106225"/>
          </a:xfrm>
        </p:grpSpPr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E3B913A6-D13B-2C2C-BFE1-1CA9E71EF1E0}"/>
                </a:ext>
              </a:extLst>
            </p:cNvPr>
            <p:cNvGrpSpPr/>
            <p:nvPr/>
          </p:nvGrpSpPr>
          <p:grpSpPr>
            <a:xfrm>
              <a:off x="3863669" y="2350456"/>
              <a:ext cx="739177" cy="951494"/>
              <a:chOff x="3387193" y="2643183"/>
              <a:chExt cx="676823" cy="871907"/>
            </a:xfrm>
          </p:grpSpPr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20AB42C8-84A7-29E1-2B80-C9E5AEC1C8D2}"/>
                  </a:ext>
                </a:extLst>
              </p:cNvPr>
              <p:cNvSpPr/>
              <p:nvPr/>
            </p:nvSpPr>
            <p:spPr>
              <a:xfrm>
                <a:off x="3387193" y="2643183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25" name="그림 324">
                <a:extLst>
                  <a:ext uri="{FF2B5EF4-FFF2-40B4-BE49-F238E27FC236}">
                    <a16:creationId xmlns:a16="http://schemas.microsoft.com/office/drawing/2014/main" id="{5D94FB14-352B-DFB5-C9B6-74AA01D9C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37379" y="2669440"/>
                <a:ext cx="588626" cy="829946"/>
              </a:xfrm>
              <a:prstGeom prst="rect">
                <a:avLst/>
              </a:prstGeom>
            </p:spPr>
          </p:pic>
        </p:grpSp>
        <p:sp>
          <p:nvSpPr>
            <p:cNvPr id="323" name="사각형: 둥근 모서리 30">
              <a:extLst>
                <a:ext uri="{FF2B5EF4-FFF2-40B4-BE49-F238E27FC236}">
                  <a16:creationId xmlns:a16="http://schemas.microsoft.com/office/drawing/2014/main" id="{693010F0-DBB7-4386-3245-DC2CC55B476B}"/>
                </a:ext>
              </a:extLst>
            </p:cNvPr>
            <p:cNvSpPr/>
            <p:nvPr/>
          </p:nvSpPr>
          <p:spPr>
            <a:xfrm>
              <a:off x="3866460" y="2195725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10-1275597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26" name="그룹 325">
            <a:extLst>
              <a:ext uri="{FF2B5EF4-FFF2-40B4-BE49-F238E27FC236}">
                <a16:creationId xmlns:a16="http://schemas.microsoft.com/office/drawing/2014/main" id="{E795C68C-3B22-6C0E-97E3-795C211BAEC7}"/>
              </a:ext>
            </a:extLst>
          </p:cNvPr>
          <p:cNvGrpSpPr/>
          <p:nvPr/>
        </p:nvGrpSpPr>
        <p:grpSpPr>
          <a:xfrm>
            <a:off x="3081705" y="2637394"/>
            <a:ext cx="788727" cy="1180380"/>
            <a:chOff x="2615547" y="2703081"/>
            <a:chExt cx="739177" cy="1106225"/>
          </a:xfrm>
        </p:grpSpPr>
        <p:grpSp>
          <p:nvGrpSpPr>
            <p:cNvPr id="327" name="그룹 326">
              <a:extLst>
                <a:ext uri="{FF2B5EF4-FFF2-40B4-BE49-F238E27FC236}">
                  <a16:creationId xmlns:a16="http://schemas.microsoft.com/office/drawing/2014/main" id="{EC509B2E-B5F3-6ADF-FD31-3033C6E0242D}"/>
                </a:ext>
              </a:extLst>
            </p:cNvPr>
            <p:cNvGrpSpPr/>
            <p:nvPr/>
          </p:nvGrpSpPr>
          <p:grpSpPr>
            <a:xfrm>
              <a:off x="2615547" y="2857812"/>
              <a:ext cx="739177" cy="951494"/>
              <a:chOff x="2241249" y="3063454"/>
              <a:chExt cx="676823" cy="871907"/>
            </a:xfrm>
          </p:grpSpPr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74730FAA-E1B9-8C15-50BA-CCB4C6211F85}"/>
                  </a:ext>
                </a:extLst>
              </p:cNvPr>
              <p:cNvSpPr/>
              <p:nvPr/>
            </p:nvSpPr>
            <p:spPr>
              <a:xfrm>
                <a:off x="2241249" y="3063454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30" name="그림 329">
                <a:extLst>
                  <a:ext uri="{FF2B5EF4-FFF2-40B4-BE49-F238E27FC236}">
                    <a16:creationId xmlns:a16="http://schemas.microsoft.com/office/drawing/2014/main" id="{EE8BE4F6-A6E2-C983-B6FF-B24C272D61A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t="4237"/>
              <a:stretch/>
            </p:blipFill>
            <p:spPr>
              <a:xfrm>
                <a:off x="2297244" y="3117449"/>
                <a:ext cx="564832" cy="763917"/>
              </a:xfrm>
              <a:prstGeom prst="rect">
                <a:avLst/>
              </a:prstGeom>
            </p:spPr>
          </p:pic>
        </p:grpSp>
        <p:sp>
          <p:nvSpPr>
            <p:cNvPr id="328" name="사각형: 둥근 모서리 30">
              <a:extLst>
                <a:ext uri="{FF2B5EF4-FFF2-40B4-BE49-F238E27FC236}">
                  <a16:creationId xmlns:a16="http://schemas.microsoft.com/office/drawing/2014/main" id="{71821A1E-B927-ED69-895C-710ABB3F0B61}"/>
                </a:ext>
              </a:extLst>
            </p:cNvPr>
            <p:cNvSpPr/>
            <p:nvPr/>
          </p:nvSpPr>
          <p:spPr>
            <a:xfrm>
              <a:off x="2618338" y="2703081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10-1589299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31" name="그룹 330">
            <a:extLst>
              <a:ext uri="{FF2B5EF4-FFF2-40B4-BE49-F238E27FC236}">
                <a16:creationId xmlns:a16="http://schemas.microsoft.com/office/drawing/2014/main" id="{D498FCD2-03E3-2FA1-6D0C-166BBC8ED525}"/>
              </a:ext>
            </a:extLst>
          </p:cNvPr>
          <p:cNvGrpSpPr/>
          <p:nvPr/>
        </p:nvGrpSpPr>
        <p:grpSpPr>
          <a:xfrm>
            <a:off x="4778207" y="2637394"/>
            <a:ext cx="788727" cy="1180380"/>
            <a:chOff x="3447629" y="2703081"/>
            <a:chExt cx="739177" cy="1106225"/>
          </a:xfrm>
        </p:grpSpPr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A6C0FDB6-E5F8-D6E8-E5D9-1D1710E56843}"/>
                </a:ext>
              </a:extLst>
            </p:cNvPr>
            <p:cNvGrpSpPr/>
            <p:nvPr/>
          </p:nvGrpSpPr>
          <p:grpSpPr>
            <a:xfrm>
              <a:off x="3447629" y="2857812"/>
              <a:ext cx="739177" cy="951494"/>
              <a:chOff x="3005293" y="3063454"/>
              <a:chExt cx="676823" cy="871907"/>
            </a:xfrm>
          </p:grpSpPr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55B92E6B-5BB3-796C-80F4-DD985A8D4FA8}"/>
                  </a:ext>
                </a:extLst>
              </p:cNvPr>
              <p:cNvSpPr/>
              <p:nvPr/>
            </p:nvSpPr>
            <p:spPr>
              <a:xfrm>
                <a:off x="3005293" y="3063454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35" name="그림 334">
                <a:extLst>
                  <a:ext uri="{FF2B5EF4-FFF2-40B4-BE49-F238E27FC236}">
                    <a16:creationId xmlns:a16="http://schemas.microsoft.com/office/drawing/2014/main" id="{7BB09FED-DFB8-0CFE-1DBA-0E51A59CB88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b="6147"/>
              <a:stretch/>
            </p:blipFill>
            <p:spPr>
              <a:xfrm>
                <a:off x="3054100" y="3114970"/>
                <a:ext cx="579017" cy="770308"/>
              </a:xfrm>
              <a:prstGeom prst="rect">
                <a:avLst/>
              </a:prstGeom>
            </p:spPr>
          </p:pic>
        </p:grpSp>
        <p:sp>
          <p:nvSpPr>
            <p:cNvPr id="333" name="사각형: 둥근 모서리 30">
              <a:extLst>
                <a:ext uri="{FF2B5EF4-FFF2-40B4-BE49-F238E27FC236}">
                  <a16:creationId xmlns:a16="http://schemas.microsoft.com/office/drawing/2014/main" id="{554598FA-47A1-E976-E280-B1F6A57EEA8A}"/>
                </a:ext>
              </a:extLst>
            </p:cNvPr>
            <p:cNvSpPr/>
            <p:nvPr/>
          </p:nvSpPr>
          <p:spPr>
            <a:xfrm>
              <a:off x="3450420" y="2703081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10-1507114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3D1E5D01-C5FC-9589-5DFB-03DC984A8487}"/>
              </a:ext>
            </a:extLst>
          </p:cNvPr>
          <p:cNvGrpSpPr>
            <a:grpSpLocks noChangeAspect="1"/>
          </p:cNvGrpSpPr>
          <p:nvPr/>
        </p:nvGrpSpPr>
        <p:grpSpPr>
          <a:xfrm>
            <a:off x="2060990" y="4842428"/>
            <a:ext cx="788400" cy="1178203"/>
            <a:chOff x="2184648" y="4308341"/>
            <a:chExt cx="739177" cy="1199520"/>
          </a:xfrm>
        </p:grpSpPr>
        <p:grpSp>
          <p:nvGrpSpPr>
            <p:cNvPr id="353" name="그룹 352">
              <a:extLst>
                <a:ext uri="{FF2B5EF4-FFF2-40B4-BE49-F238E27FC236}">
                  <a16:creationId xmlns:a16="http://schemas.microsoft.com/office/drawing/2014/main" id="{3B8FB0F6-0495-6984-BC41-07C1B460C2F5}"/>
                </a:ext>
              </a:extLst>
            </p:cNvPr>
            <p:cNvGrpSpPr/>
            <p:nvPr/>
          </p:nvGrpSpPr>
          <p:grpSpPr>
            <a:xfrm>
              <a:off x="2184648" y="4556367"/>
              <a:ext cx="739177" cy="951494"/>
              <a:chOff x="1892104" y="4429807"/>
              <a:chExt cx="822174" cy="1059314"/>
            </a:xfrm>
          </p:grpSpPr>
          <p:sp>
            <p:nvSpPr>
              <p:cNvPr id="355" name="직사각형 354">
                <a:extLst>
                  <a:ext uri="{FF2B5EF4-FFF2-40B4-BE49-F238E27FC236}">
                    <a16:creationId xmlns:a16="http://schemas.microsoft.com/office/drawing/2014/main" id="{7F744E22-5123-FBEC-DDB3-B71FA2C6D340}"/>
                  </a:ext>
                </a:extLst>
              </p:cNvPr>
              <p:cNvSpPr/>
              <p:nvPr/>
            </p:nvSpPr>
            <p:spPr>
              <a:xfrm>
                <a:off x="1892104" y="4429807"/>
                <a:ext cx="822174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56" name="그림 355">
                <a:extLst>
                  <a:ext uri="{FF2B5EF4-FFF2-40B4-BE49-F238E27FC236}">
                    <a16:creationId xmlns:a16="http://schemas.microsoft.com/office/drawing/2014/main" id="{D6293D60-95D9-D3DF-4F1D-4BEA3AF944C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606" t="440"/>
              <a:stretch/>
            </p:blipFill>
            <p:spPr>
              <a:xfrm>
                <a:off x="1971844" y="4502210"/>
                <a:ext cx="666917" cy="932500"/>
              </a:xfrm>
              <a:prstGeom prst="rect">
                <a:avLst/>
              </a:prstGeom>
            </p:spPr>
          </p:pic>
        </p:grpSp>
        <p:sp>
          <p:nvSpPr>
            <p:cNvPr id="354" name="사각형: 둥근 모서리 30">
              <a:extLst>
                <a:ext uri="{FF2B5EF4-FFF2-40B4-BE49-F238E27FC236}">
                  <a16:creationId xmlns:a16="http://schemas.microsoft.com/office/drawing/2014/main" id="{5FD82490-DF42-C248-2FE6-58C9FD69F340}"/>
                </a:ext>
              </a:extLst>
            </p:cNvPr>
            <p:cNvSpPr/>
            <p:nvPr/>
          </p:nvSpPr>
          <p:spPr>
            <a:xfrm>
              <a:off x="2184648" y="4308341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수도용 자재와 제품의</a:t>
              </a:r>
              <a:endParaRPr lang="en-US" altLang="ko-KR" sz="650" spc="-30" dirty="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72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algn="ctr"/>
              <a:r>
                <a:rPr lang="ko-KR" altLang="en-US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적합인증 </a:t>
              </a:r>
              <a:r>
                <a:rPr lang="en-US" altLang="ko-KR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(CP</a:t>
              </a:r>
              <a:r>
                <a:rPr lang="ko-KR" altLang="en-US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인증</a:t>
              </a:r>
              <a:r>
                <a:rPr lang="en-US" altLang="ko-KR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</p:txBody>
        </p:sp>
      </p:grp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581A55B7-B508-892A-CD5F-4A2A8898C77A}"/>
              </a:ext>
            </a:extLst>
          </p:cNvPr>
          <p:cNvGrpSpPr>
            <a:grpSpLocks noChangeAspect="1"/>
          </p:cNvGrpSpPr>
          <p:nvPr/>
        </p:nvGrpSpPr>
        <p:grpSpPr>
          <a:xfrm>
            <a:off x="3864172" y="4842428"/>
            <a:ext cx="788400" cy="1178203"/>
            <a:chOff x="3312568" y="4308341"/>
            <a:chExt cx="739177" cy="1199520"/>
          </a:xfrm>
        </p:grpSpPr>
        <p:grpSp>
          <p:nvGrpSpPr>
            <p:cNvPr id="349" name="그룹 348">
              <a:extLst>
                <a:ext uri="{FF2B5EF4-FFF2-40B4-BE49-F238E27FC236}">
                  <a16:creationId xmlns:a16="http://schemas.microsoft.com/office/drawing/2014/main" id="{EC75B8BC-004E-4F87-FE78-F9170CFAA549}"/>
                </a:ext>
              </a:extLst>
            </p:cNvPr>
            <p:cNvGrpSpPr/>
            <p:nvPr/>
          </p:nvGrpSpPr>
          <p:grpSpPr>
            <a:xfrm>
              <a:off x="3312568" y="4556367"/>
              <a:ext cx="739177" cy="951494"/>
              <a:chOff x="3129713" y="4429807"/>
              <a:chExt cx="822174" cy="1059314"/>
            </a:xfrm>
          </p:grpSpPr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71B8CA99-301A-E19D-04C6-3AC5D8899FD1}"/>
                  </a:ext>
                </a:extLst>
              </p:cNvPr>
              <p:cNvSpPr/>
              <p:nvPr/>
            </p:nvSpPr>
            <p:spPr>
              <a:xfrm>
                <a:off x="3129713" y="4429807"/>
                <a:ext cx="822174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52" name="그림 351">
                <a:extLst>
                  <a:ext uri="{FF2B5EF4-FFF2-40B4-BE49-F238E27FC236}">
                    <a16:creationId xmlns:a16="http://schemas.microsoft.com/office/drawing/2014/main" id="{958C5FC3-8427-8B0A-EAC0-E41E47B95D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l="4270" t="10316" r="3400" b="1843"/>
              <a:stretch/>
            </p:blipFill>
            <p:spPr>
              <a:xfrm>
                <a:off x="3181715" y="4486807"/>
                <a:ext cx="713945" cy="947903"/>
              </a:xfrm>
              <a:prstGeom prst="rect">
                <a:avLst/>
              </a:prstGeom>
            </p:spPr>
          </p:pic>
        </p:grpSp>
        <p:sp>
          <p:nvSpPr>
            <p:cNvPr id="350" name="사각형: 둥근 모서리 30">
              <a:extLst>
                <a:ext uri="{FF2B5EF4-FFF2-40B4-BE49-F238E27FC236}">
                  <a16:creationId xmlns:a16="http://schemas.microsoft.com/office/drawing/2014/main" id="{36C49E1A-9A0B-890C-1D04-A5255D972090}"/>
                </a:ext>
              </a:extLst>
            </p:cNvPr>
            <p:cNvSpPr/>
            <p:nvPr/>
          </p:nvSpPr>
          <p:spPr>
            <a:xfrm>
              <a:off x="3312568" y="4308341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ISO 900</a:t>
              </a:r>
            </a:p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: 2015</a:t>
              </a:r>
            </a:p>
          </p:txBody>
        </p:sp>
      </p:grpSp>
      <p:grpSp>
        <p:nvGrpSpPr>
          <p:cNvPr id="339" name="그룹 338">
            <a:extLst>
              <a:ext uri="{FF2B5EF4-FFF2-40B4-BE49-F238E27FC236}">
                <a16:creationId xmlns:a16="http://schemas.microsoft.com/office/drawing/2014/main" id="{571FE1FE-3264-138E-9C9A-E994852E351C}"/>
              </a:ext>
            </a:extLst>
          </p:cNvPr>
          <p:cNvGrpSpPr>
            <a:grpSpLocks noChangeAspect="1"/>
          </p:cNvGrpSpPr>
          <p:nvPr/>
        </p:nvGrpSpPr>
        <p:grpSpPr>
          <a:xfrm>
            <a:off x="2962581" y="4842428"/>
            <a:ext cx="788400" cy="1178203"/>
            <a:chOff x="2748608" y="4815697"/>
            <a:chExt cx="739177" cy="1199520"/>
          </a:xfrm>
        </p:grpSpPr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3AD06D89-4A45-4735-A694-2D54B8C2ED3A}"/>
                </a:ext>
              </a:extLst>
            </p:cNvPr>
            <p:cNvGrpSpPr/>
            <p:nvPr/>
          </p:nvGrpSpPr>
          <p:grpSpPr>
            <a:xfrm>
              <a:off x="2748608" y="5063723"/>
              <a:ext cx="739177" cy="951494"/>
              <a:chOff x="2510908" y="4909455"/>
              <a:chExt cx="822174" cy="1059314"/>
            </a:xfrm>
          </p:grpSpPr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E76DA197-78E0-63C1-2AA6-318C182B9B0A}"/>
                  </a:ext>
                </a:extLst>
              </p:cNvPr>
              <p:cNvSpPr/>
              <p:nvPr/>
            </p:nvSpPr>
            <p:spPr>
              <a:xfrm>
                <a:off x="2510908" y="4909455"/>
                <a:ext cx="822174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48" name="그림 347">
                <a:extLst>
                  <a:ext uri="{FF2B5EF4-FFF2-40B4-BE49-F238E27FC236}">
                    <a16:creationId xmlns:a16="http://schemas.microsoft.com/office/drawing/2014/main" id="{EF071F38-C789-C065-4A09-0B7172EA8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84130" y="4981858"/>
                <a:ext cx="675732" cy="928252"/>
              </a:xfrm>
              <a:prstGeom prst="rect">
                <a:avLst/>
              </a:prstGeom>
            </p:spPr>
          </p:pic>
        </p:grpSp>
        <p:sp>
          <p:nvSpPr>
            <p:cNvPr id="346" name="사각형: 둥근 모서리 30">
              <a:extLst>
                <a:ext uri="{FF2B5EF4-FFF2-40B4-BE49-F238E27FC236}">
                  <a16:creationId xmlns:a16="http://schemas.microsoft.com/office/drawing/2014/main" id="{0A30EB3F-2470-93CD-376A-70EDDC46DE5C}"/>
                </a:ext>
              </a:extLst>
            </p:cNvPr>
            <p:cNvSpPr/>
            <p:nvPr/>
          </p:nvSpPr>
          <p:spPr>
            <a:xfrm>
              <a:off x="2748608" y="4815697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위생안전기준</a:t>
              </a:r>
            </a:p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(KC</a:t>
              </a:r>
              <a:r>
                <a:rPr lang="ko-KR" altLang="en-US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인증</a:t>
              </a:r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</p:txBody>
        </p:sp>
      </p:grpSp>
      <p:grpSp>
        <p:nvGrpSpPr>
          <p:cNvPr id="340" name="그룹 339">
            <a:extLst>
              <a:ext uri="{FF2B5EF4-FFF2-40B4-BE49-F238E27FC236}">
                <a16:creationId xmlns:a16="http://schemas.microsoft.com/office/drawing/2014/main" id="{672EEFA9-F857-5531-A935-2ADDF4DB18E9}"/>
              </a:ext>
            </a:extLst>
          </p:cNvPr>
          <p:cNvGrpSpPr>
            <a:grpSpLocks noChangeAspect="1"/>
          </p:cNvGrpSpPr>
          <p:nvPr/>
        </p:nvGrpSpPr>
        <p:grpSpPr>
          <a:xfrm>
            <a:off x="4765763" y="4842427"/>
            <a:ext cx="788400" cy="1178207"/>
            <a:chOff x="3762228" y="4815697"/>
            <a:chExt cx="739176" cy="1199522"/>
          </a:xfrm>
        </p:grpSpPr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C1603F16-CC03-CD7A-7DF3-600CD89687DC}"/>
                </a:ext>
              </a:extLst>
            </p:cNvPr>
            <p:cNvGrpSpPr/>
            <p:nvPr/>
          </p:nvGrpSpPr>
          <p:grpSpPr>
            <a:xfrm>
              <a:off x="3762228" y="5063725"/>
              <a:ext cx="739176" cy="951494"/>
              <a:chOff x="3748516" y="4909457"/>
              <a:chExt cx="822173" cy="1059314"/>
            </a:xfrm>
          </p:grpSpPr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AB75B968-102A-080B-A184-9DE28FEDDA21}"/>
                  </a:ext>
                </a:extLst>
              </p:cNvPr>
              <p:cNvSpPr/>
              <p:nvPr/>
            </p:nvSpPr>
            <p:spPr>
              <a:xfrm>
                <a:off x="3748516" y="4909457"/>
                <a:ext cx="822173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44" name="그림 343">
                <a:extLst>
                  <a:ext uri="{FF2B5EF4-FFF2-40B4-BE49-F238E27FC236}">
                    <a16:creationId xmlns:a16="http://schemas.microsoft.com/office/drawing/2014/main" id="{A9AAA909-9193-4B50-B5CE-8959130736F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l="2438" t="8315" r="2890" b="1250"/>
              <a:stretch/>
            </p:blipFill>
            <p:spPr>
              <a:xfrm>
                <a:off x="3803747" y="4966455"/>
                <a:ext cx="708857" cy="943656"/>
              </a:xfrm>
              <a:prstGeom prst="rect">
                <a:avLst/>
              </a:prstGeom>
            </p:spPr>
          </p:pic>
        </p:grpSp>
        <p:sp>
          <p:nvSpPr>
            <p:cNvPr id="342" name="사각형: 둥근 모서리 30">
              <a:extLst>
                <a:ext uri="{FF2B5EF4-FFF2-40B4-BE49-F238E27FC236}">
                  <a16:creationId xmlns:a16="http://schemas.microsoft.com/office/drawing/2014/main" id="{3BD07BF1-532E-BBD9-C61C-4D168CB010F0}"/>
                </a:ext>
              </a:extLst>
            </p:cNvPr>
            <p:cNvSpPr/>
            <p:nvPr/>
          </p:nvSpPr>
          <p:spPr>
            <a:xfrm>
              <a:off x="3762228" y="4815697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ISO 14001</a:t>
              </a:r>
            </a:p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: 2015</a:t>
              </a:r>
            </a:p>
          </p:txBody>
        </p:sp>
      </p:grpSp>
      <p:sp>
        <p:nvSpPr>
          <p:cNvPr id="357" name="사각형: 둥근 모서리 81">
            <a:extLst>
              <a:ext uri="{FF2B5EF4-FFF2-40B4-BE49-F238E27FC236}">
                <a16:creationId xmlns:a16="http://schemas.microsoft.com/office/drawing/2014/main" id="{D5D28725-893C-9D91-1F0F-F6F6EEBBE74D}"/>
              </a:ext>
            </a:extLst>
          </p:cNvPr>
          <p:cNvSpPr/>
          <p:nvPr/>
        </p:nvSpPr>
        <p:spPr>
          <a:xfrm>
            <a:off x="1825756" y="4489478"/>
            <a:ext cx="5127494" cy="253972"/>
          </a:xfrm>
          <a:prstGeom prst="rect">
            <a:avLst/>
          </a:prstGeom>
          <a:solidFill>
            <a:srgbClr val="8AA8C4"/>
          </a:solidFill>
          <a:ln w="3828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/>
            <a:endParaRPr lang="ko-KR" altLang="en-US" b="1" kern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sp>
        <p:nvSpPr>
          <p:cNvPr id="358" name="텍스트 개체 틀 2">
            <a:extLst>
              <a:ext uri="{FF2B5EF4-FFF2-40B4-BE49-F238E27FC236}">
                <a16:creationId xmlns:a16="http://schemas.microsoft.com/office/drawing/2014/main" id="{B21A3546-F84A-5DB4-4BDB-774E67E54EEA}"/>
              </a:ext>
            </a:extLst>
          </p:cNvPr>
          <p:cNvSpPr txBox="1">
            <a:spLocks/>
          </p:cNvSpPr>
          <p:nvPr/>
        </p:nvSpPr>
        <p:spPr>
          <a:xfrm>
            <a:off x="2060990" y="4539508"/>
            <a:ext cx="2058256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00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ISO 45001 : 2018 </a:t>
            </a:r>
            <a:r>
              <a:rPr lang="ko-KR" altLang="en-US" sz="100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안전보건경영시스템</a:t>
            </a:r>
          </a:p>
        </p:txBody>
      </p: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CF2A4471-E3BF-94A6-80D8-F404364E4F2E}"/>
              </a:ext>
            </a:extLst>
          </p:cNvPr>
          <p:cNvGrpSpPr/>
          <p:nvPr/>
        </p:nvGrpSpPr>
        <p:grpSpPr>
          <a:xfrm>
            <a:off x="588685" y="4349064"/>
            <a:ext cx="1490193" cy="1911170"/>
            <a:chOff x="364626" y="4175957"/>
            <a:chExt cx="1617598" cy="2074569"/>
          </a:xfrm>
        </p:grpSpPr>
        <p:pic>
          <p:nvPicPr>
            <p:cNvPr id="360" name="그림 359">
              <a:extLst>
                <a:ext uri="{FF2B5EF4-FFF2-40B4-BE49-F238E27FC236}">
                  <a16:creationId xmlns:a16="http://schemas.microsoft.com/office/drawing/2014/main" id="{B658EAEE-CD5B-090C-4DAE-CBB8F6899F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2047" t="9241" r="2819" b="1019"/>
            <a:stretch/>
          </p:blipFill>
          <p:spPr>
            <a:xfrm>
              <a:off x="511552" y="4340493"/>
              <a:ext cx="1202430" cy="1694103"/>
            </a:xfrm>
            <a:prstGeom prst="rect">
              <a:avLst/>
            </a:prstGeom>
          </p:spPr>
        </p:pic>
        <p:pic>
          <p:nvPicPr>
            <p:cNvPr id="361" name="그림 360" descr="사진 액자, 직사각형, 사각형, 스크린샷이(가) 표시된 사진&#10;&#10;자동 생성된 설명">
              <a:extLst>
                <a:ext uri="{FF2B5EF4-FFF2-40B4-BE49-F238E27FC236}">
                  <a16:creationId xmlns:a16="http://schemas.microsoft.com/office/drawing/2014/main" id="{F146300B-5613-50A8-82CD-FDCD6CB47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64626" y="4175957"/>
              <a:ext cx="1617598" cy="2074569"/>
            </a:xfrm>
            <a:prstGeom prst="rect">
              <a:avLst/>
            </a:prstGeom>
          </p:spPr>
        </p:pic>
      </p:grpSp>
      <p:grpSp>
        <p:nvGrpSpPr>
          <p:cNvPr id="362" name="그룹 361">
            <a:extLst>
              <a:ext uri="{FF2B5EF4-FFF2-40B4-BE49-F238E27FC236}">
                <a16:creationId xmlns:a16="http://schemas.microsoft.com/office/drawing/2014/main" id="{CD19BE73-9AFF-9236-AFFD-1785411170E5}"/>
              </a:ext>
            </a:extLst>
          </p:cNvPr>
          <p:cNvGrpSpPr/>
          <p:nvPr/>
        </p:nvGrpSpPr>
        <p:grpSpPr>
          <a:xfrm>
            <a:off x="360629" y="1854640"/>
            <a:ext cx="1963602" cy="2518318"/>
            <a:chOff x="456083" y="1827000"/>
            <a:chExt cx="1817568" cy="2331028"/>
          </a:xfrm>
        </p:grpSpPr>
        <p:pic>
          <p:nvPicPr>
            <p:cNvPr id="363" name="그림 362" descr="텍스트이(가) 표시된 사진&#10;&#10;자동 생성된 설명">
              <a:extLst>
                <a:ext uri="{FF2B5EF4-FFF2-40B4-BE49-F238E27FC236}">
                  <a16:creationId xmlns:a16="http://schemas.microsoft.com/office/drawing/2014/main" id="{FC6E1C30-9652-4EC6-03F3-AE55B0E60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23587" y="2012456"/>
              <a:ext cx="1352245" cy="1902367"/>
            </a:xfrm>
            <a:prstGeom prst="rect">
              <a:avLst/>
            </a:prstGeom>
          </p:spPr>
        </p:pic>
        <p:pic>
          <p:nvPicPr>
            <p:cNvPr id="364" name="그림 363" descr="사진 액자, 직사각형, 사각형, 스크린샷이(가) 표시된 사진&#10;&#10;자동 생성된 설명">
              <a:extLst>
                <a:ext uri="{FF2B5EF4-FFF2-40B4-BE49-F238E27FC236}">
                  <a16:creationId xmlns:a16="http://schemas.microsoft.com/office/drawing/2014/main" id="{E07619DC-FFBF-F6DF-388B-AE5E67AB3A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56083" y="1827000"/>
              <a:ext cx="1817568" cy="2331028"/>
            </a:xfrm>
            <a:prstGeom prst="rect">
              <a:avLst/>
            </a:prstGeom>
          </p:spPr>
        </p:pic>
      </p:grpSp>
      <p:pic>
        <p:nvPicPr>
          <p:cNvPr id="31" name="그림 30" descr="직사각형, 프레임, 사진 액자이(가) 표시된 사진&#10;&#10;자동 생성된 설명">
            <a:extLst>
              <a:ext uri="{FF2B5EF4-FFF2-40B4-BE49-F238E27FC236}">
                <a16:creationId xmlns:a16="http://schemas.microsoft.com/office/drawing/2014/main" id="{B1457348-1406-4C3B-B5E2-84CEEEB2FA29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b="27108"/>
          <a:stretch/>
        </p:blipFill>
        <p:spPr>
          <a:xfrm>
            <a:off x="6492319" y="906615"/>
            <a:ext cx="5291832" cy="5390634"/>
          </a:xfrm>
          <a:custGeom>
            <a:avLst/>
            <a:gdLst>
              <a:gd name="connsiteX0" fmla="*/ 0 w 5669357"/>
              <a:gd name="connsiteY0" fmla="*/ 0 h 5398230"/>
              <a:gd name="connsiteX1" fmla="*/ 5669357 w 5669357"/>
              <a:gd name="connsiteY1" fmla="*/ 0 h 5398230"/>
              <a:gd name="connsiteX2" fmla="*/ 5669357 w 5669357"/>
              <a:gd name="connsiteY2" fmla="*/ 5398230 h 5398230"/>
              <a:gd name="connsiteX3" fmla="*/ 0 w 5669357"/>
              <a:gd name="connsiteY3" fmla="*/ 5398230 h 539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9357" h="5398230">
                <a:moveTo>
                  <a:pt x="0" y="0"/>
                </a:moveTo>
                <a:lnTo>
                  <a:pt x="5669357" y="0"/>
                </a:lnTo>
                <a:lnTo>
                  <a:pt x="5669357" y="5398230"/>
                </a:lnTo>
                <a:lnTo>
                  <a:pt x="0" y="5398230"/>
                </a:lnTo>
                <a:close/>
              </a:path>
            </a:pathLst>
          </a:custGeom>
        </p:spPr>
      </p:pic>
      <p:sp>
        <p:nvSpPr>
          <p:cNvPr id="299" name="사각형: 둥근 위쪽 모서리 219">
            <a:extLst>
              <a:ext uri="{FF2B5EF4-FFF2-40B4-BE49-F238E27FC236}">
                <a16:creationId xmlns:a16="http://schemas.microsoft.com/office/drawing/2014/main" id="{95C9D69F-9222-616C-7CEF-02090FCC534F}"/>
              </a:ext>
            </a:extLst>
          </p:cNvPr>
          <p:cNvSpPr/>
          <p:nvPr/>
        </p:nvSpPr>
        <p:spPr>
          <a:xfrm>
            <a:off x="6634472" y="1075933"/>
            <a:ext cx="4986027" cy="5228913"/>
          </a:xfrm>
          <a:prstGeom prst="round2SameRect">
            <a:avLst>
              <a:gd name="adj1" fmla="val 2546"/>
              <a:gd name="adj2" fmla="val 0"/>
            </a:avLst>
          </a:prstGeom>
          <a:solidFill>
            <a:schemeClr val="bg1"/>
          </a:solidFill>
          <a:ln w="3828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457200" latinLnBrk="0"/>
            <a:endParaRPr lang="ko-KR" altLang="en-US" b="1" kern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0DF570C-8894-7E1C-1D19-F84D6EA54717}"/>
              </a:ext>
            </a:extLst>
          </p:cNvPr>
          <p:cNvGrpSpPr/>
          <p:nvPr/>
        </p:nvGrpSpPr>
        <p:grpSpPr>
          <a:xfrm>
            <a:off x="6753839" y="1214437"/>
            <a:ext cx="4748035" cy="2843832"/>
            <a:chOff x="6397070" y="1214437"/>
            <a:chExt cx="4748035" cy="2843832"/>
          </a:xfrm>
        </p:grpSpPr>
        <p:sp>
          <p:nvSpPr>
            <p:cNvPr id="300" name="사각형: 둥근 위쪽 모서리 226">
              <a:extLst>
                <a:ext uri="{FF2B5EF4-FFF2-40B4-BE49-F238E27FC236}">
                  <a16:creationId xmlns:a16="http://schemas.microsoft.com/office/drawing/2014/main" id="{B44C489C-0D17-A28B-6570-A87A52BE9FAF}"/>
                </a:ext>
              </a:extLst>
            </p:cNvPr>
            <p:cNvSpPr/>
            <p:nvPr/>
          </p:nvSpPr>
          <p:spPr>
            <a:xfrm>
              <a:off x="6397070" y="1214437"/>
              <a:ext cx="4748035" cy="322095"/>
            </a:xfrm>
            <a:prstGeom prst="round2SameRect">
              <a:avLst/>
            </a:prstGeom>
            <a:solidFill>
              <a:srgbClr val="32B08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  <p:sp>
          <p:nvSpPr>
            <p:cNvPr id="301" name="사각형: 둥근 위쪽 모서리 227">
              <a:extLst>
                <a:ext uri="{FF2B5EF4-FFF2-40B4-BE49-F238E27FC236}">
                  <a16:creationId xmlns:a16="http://schemas.microsoft.com/office/drawing/2014/main" id="{37BA863C-EE63-1A68-8BBF-89A59111FDA5}"/>
                </a:ext>
              </a:extLst>
            </p:cNvPr>
            <p:cNvSpPr/>
            <p:nvPr/>
          </p:nvSpPr>
          <p:spPr>
            <a:xfrm>
              <a:off x="6397070" y="3736174"/>
              <a:ext cx="4748035" cy="322095"/>
            </a:xfrm>
            <a:prstGeom prst="round2SameRect">
              <a:avLst/>
            </a:prstGeom>
            <a:solidFill>
              <a:srgbClr val="32B08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  <p:sp>
          <p:nvSpPr>
            <p:cNvPr id="302" name="직사각형 301">
              <a:extLst>
                <a:ext uri="{FF2B5EF4-FFF2-40B4-BE49-F238E27FC236}">
                  <a16:creationId xmlns:a16="http://schemas.microsoft.com/office/drawing/2014/main" id="{B63F44EC-9482-88D4-A8DD-7C70B9942469}"/>
                </a:ext>
              </a:extLst>
            </p:cNvPr>
            <p:cNvSpPr/>
            <p:nvPr/>
          </p:nvSpPr>
          <p:spPr>
            <a:xfrm>
              <a:off x="6715750" y="1269594"/>
              <a:ext cx="1897635" cy="2308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최근 </a:t>
              </a:r>
              <a:r>
                <a:rPr lang="en-US" altLang="ko-KR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</a:t>
              </a:r>
              <a:r>
                <a:rPr lang="ko-KR" altLang="en-US" sz="1500" spc="-3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년 공법선정 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실적</a:t>
              </a:r>
            </a:p>
          </p:txBody>
        </p:sp>
        <p:sp>
          <p:nvSpPr>
            <p:cNvPr id="303" name="직사각형 302">
              <a:extLst>
                <a:ext uri="{FF2B5EF4-FFF2-40B4-BE49-F238E27FC236}">
                  <a16:creationId xmlns:a16="http://schemas.microsoft.com/office/drawing/2014/main" id="{D9558EC3-0DC1-3A7D-D42A-6C8110755988}"/>
                </a:ext>
              </a:extLst>
            </p:cNvPr>
            <p:cNvSpPr/>
            <p:nvPr/>
          </p:nvSpPr>
          <p:spPr>
            <a:xfrm>
              <a:off x="6715750" y="3791331"/>
              <a:ext cx="2078133" cy="2308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최근 </a:t>
              </a:r>
              <a:r>
                <a:rPr lang="en-US" altLang="ko-KR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년 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FFFF0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건설신기술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 실적</a:t>
              </a:r>
            </a:p>
          </p:txBody>
        </p:sp>
        <p:sp>
          <p:nvSpPr>
            <p:cNvPr id="304" name="자유형: 도형 323">
              <a:extLst>
                <a:ext uri="{FF2B5EF4-FFF2-40B4-BE49-F238E27FC236}">
                  <a16:creationId xmlns:a16="http://schemas.microsoft.com/office/drawing/2014/main" id="{4F56DC12-9792-2A8D-6896-E00EE69809A3}"/>
                </a:ext>
              </a:extLst>
            </p:cNvPr>
            <p:cNvSpPr/>
            <p:nvPr/>
          </p:nvSpPr>
          <p:spPr>
            <a:xfrm>
              <a:off x="6474283" y="3809113"/>
              <a:ext cx="176218" cy="176216"/>
            </a:xfrm>
            <a:custGeom>
              <a:avLst/>
              <a:gdLst>
                <a:gd name="connsiteX0" fmla="*/ 4067452 w 4067451"/>
                <a:gd name="connsiteY0" fmla="*/ 3140856 h 4067411"/>
                <a:gd name="connsiteX1" fmla="*/ 4067452 w 4067451"/>
                <a:gd name="connsiteY1" fmla="*/ 3634442 h 4067411"/>
                <a:gd name="connsiteX2" fmla="*/ 3893866 w 4067451"/>
                <a:gd name="connsiteY2" fmla="*/ 3832257 h 4067411"/>
                <a:gd name="connsiteX3" fmla="*/ 3310033 w 4067451"/>
                <a:gd name="connsiteY3" fmla="*/ 4067411 h 4067411"/>
                <a:gd name="connsiteX4" fmla="*/ 2919645 w 4067451"/>
                <a:gd name="connsiteY4" fmla="*/ 3924571 h 4067411"/>
                <a:gd name="connsiteX5" fmla="*/ 2671859 w 4067451"/>
                <a:gd name="connsiteY5" fmla="*/ 3829079 h 4067411"/>
                <a:gd name="connsiteX6" fmla="*/ 2424074 w 4067451"/>
                <a:gd name="connsiteY6" fmla="*/ 3924571 h 4067411"/>
                <a:gd name="connsiteX7" fmla="*/ 2033686 w 4067451"/>
                <a:gd name="connsiteY7" fmla="*/ 4067411 h 4067411"/>
                <a:gd name="connsiteX8" fmla="*/ 1643298 w 4067451"/>
                <a:gd name="connsiteY8" fmla="*/ 3924571 h 4067411"/>
                <a:gd name="connsiteX9" fmla="*/ 1395513 w 4067451"/>
                <a:gd name="connsiteY9" fmla="*/ 3829079 h 4067411"/>
                <a:gd name="connsiteX10" fmla="*/ 1147727 w 4067451"/>
                <a:gd name="connsiteY10" fmla="*/ 3924571 h 4067411"/>
                <a:gd name="connsiteX11" fmla="*/ 757339 w 4067451"/>
                <a:gd name="connsiteY11" fmla="*/ 4067411 h 4067411"/>
                <a:gd name="connsiteX12" fmla="*/ 366952 w 4067451"/>
                <a:gd name="connsiteY12" fmla="*/ 3924571 h 4067411"/>
                <a:gd name="connsiteX13" fmla="*/ 173585 w 4067451"/>
                <a:gd name="connsiteY13" fmla="*/ 3832337 h 4067411"/>
                <a:gd name="connsiteX14" fmla="*/ 0 w 4067451"/>
                <a:gd name="connsiteY14" fmla="*/ 3634521 h 4067411"/>
                <a:gd name="connsiteX15" fmla="*/ 0 w 4067451"/>
                <a:gd name="connsiteY15" fmla="*/ 3140936 h 4067411"/>
                <a:gd name="connsiteX16" fmla="*/ 232453 w 4067451"/>
                <a:gd name="connsiteY16" fmla="*/ 2945186 h 4067411"/>
                <a:gd name="connsiteX17" fmla="*/ 757339 w 4067451"/>
                <a:gd name="connsiteY17" fmla="*/ 3174064 h 4067411"/>
                <a:gd name="connsiteX18" fmla="*/ 1005125 w 4067451"/>
                <a:gd name="connsiteY18" fmla="*/ 3078572 h 4067411"/>
                <a:gd name="connsiteX19" fmla="*/ 1395513 w 4067451"/>
                <a:gd name="connsiteY19" fmla="*/ 2935732 h 4067411"/>
                <a:gd name="connsiteX20" fmla="*/ 1785900 w 4067451"/>
                <a:gd name="connsiteY20" fmla="*/ 3078572 h 4067411"/>
                <a:gd name="connsiteX21" fmla="*/ 2033686 w 4067451"/>
                <a:gd name="connsiteY21" fmla="*/ 3174064 h 4067411"/>
                <a:gd name="connsiteX22" fmla="*/ 2281472 w 4067451"/>
                <a:gd name="connsiteY22" fmla="*/ 3078572 h 4067411"/>
                <a:gd name="connsiteX23" fmla="*/ 2671859 w 4067451"/>
                <a:gd name="connsiteY23" fmla="*/ 2935732 h 4067411"/>
                <a:gd name="connsiteX24" fmla="*/ 3062247 w 4067451"/>
                <a:gd name="connsiteY24" fmla="*/ 3078572 h 4067411"/>
                <a:gd name="connsiteX25" fmla="*/ 3310033 w 4067451"/>
                <a:gd name="connsiteY25" fmla="*/ 3174064 h 4067411"/>
                <a:gd name="connsiteX26" fmla="*/ 3834919 w 4067451"/>
                <a:gd name="connsiteY26" fmla="*/ 2945186 h 4067411"/>
                <a:gd name="connsiteX27" fmla="*/ 3834919 w 4067451"/>
                <a:gd name="connsiteY27" fmla="*/ 2945186 h 4067411"/>
                <a:gd name="connsiteX28" fmla="*/ 4067372 w 4067451"/>
                <a:gd name="connsiteY28" fmla="*/ 3140936 h 4067411"/>
                <a:gd name="connsiteX29" fmla="*/ 441629 w 4067451"/>
                <a:gd name="connsiteY29" fmla="*/ 1896208 h 4067411"/>
                <a:gd name="connsiteX30" fmla="*/ 1892911 w 4067451"/>
                <a:gd name="connsiteY30" fmla="*/ 2647271 h 4067411"/>
                <a:gd name="connsiteX31" fmla="*/ 2174461 w 4067451"/>
                <a:gd name="connsiteY31" fmla="*/ 2647271 h 4067411"/>
                <a:gd name="connsiteX32" fmla="*/ 3318931 w 4067451"/>
                <a:gd name="connsiteY32" fmla="*/ 2055016 h 4067411"/>
                <a:gd name="connsiteX33" fmla="*/ 3265226 w 4067451"/>
                <a:gd name="connsiteY33" fmla="*/ 2172594 h 4067411"/>
                <a:gd name="connsiteX34" fmla="*/ 3324094 w 4067451"/>
                <a:gd name="connsiteY34" fmla="*/ 2330528 h 4067411"/>
                <a:gd name="connsiteX35" fmla="*/ 3482029 w 4067451"/>
                <a:gd name="connsiteY35" fmla="*/ 2271660 h 4067411"/>
                <a:gd name="connsiteX36" fmla="*/ 3678573 w 4067451"/>
                <a:gd name="connsiteY36" fmla="*/ 1841312 h 4067411"/>
                <a:gd name="connsiteX37" fmla="*/ 3587372 w 4067451"/>
                <a:gd name="connsiteY37" fmla="*/ 1672335 h 4067411"/>
                <a:gd name="connsiteX38" fmla="*/ 3117302 w 4067451"/>
                <a:gd name="connsiteY38" fmla="*/ 1606555 h 4067411"/>
                <a:gd name="connsiteX39" fmla="*/ 2982803 w 4067451"/>
                <a:gd name="connsiteY39" fmla="*/ 1708085 h 4067411"/>
                <a:gd name="connsiteX40" fmla="*/ 3084332 w 4067451"/>
                <a:gd name="connsiteY40" fmla="*/ 1842583 h 4067411"/>
                <a:gd name="connsiteX41" fmla="*/ 3184035 w 4067451"/>
                <a:gd name="connsiteY41" fmla="*/ 1856566 h 4067411"/>
                <a:gd name="connsiteX42" fmla="*/ 2065067 w 4067451"/>
                <a:gd name="connsiteY42" fmla="*/ 2435633 h 4067411"/>
                <a:gd name="connsiteX43" fmla="*/ 2002544 w 4067451"/>
                <a:gd name="connsiteY43" fmla="*/ 2435633 h 4067411"/>
                <a:gd name="connsiteX44" fmla="*/ 551262 w 4067451"/>
                <a:gd name="connsiteY44" fmla="*/ 1684569 h 4067411"/>
                <a:gd name="connsiteX45" fmla="*/ 390626 w 4067451"/>
                <a:gd name="connsiteY45" fmla="*/ 1735652 h 4067411"/>
                <a:gd name="connsiteX46" fmla="*/ 441708 w 4067451"/>
                <a:gd name="connsiteY46" fmla="*/ 1896288 h 4067411"/>
                <a:gd name="connsiteX47" fmla="*/ 2599804 w 4067451"/>
                <a:gd name="connsiteY47" fmla="*/ 1529098 h 4067411"/>
                <a:gd name="connsiteX48" fmla="*/ 2599804 w 4067451"/>
                <a:gd name="connsiteY48" fmla="*/ 1529098 h 4067411"/>
                <a:gd name="connsiteX49" fmla="*/ 2609099 w 4067451"/>
                <a:gd name="connsiteY49" fmla="*/ 880914 h 4067411"/>
                <a:gd name="connsiteX50" fmla="*/ 2179625 w 4067451"/>
                <a:gd name="connsiteY50" fmla="*/ 86872 h 4067411"/>
                <a:gd name="connsiteX51" fmla="*/ 1887668 w 4067451"/>
                <a:gd name="connsiteY51" fmla="*/ 86872 h 4067411"/>
                <a:gd name="connsiteX52" fmla="*/ 1458194 w 4067451"/>
                <a:gd name="connsiteY52" fmla="*/ 880914 h 4067411"/>
                <a:gd name="connsiteX53" fmla="*/ 1467489 w 4067451"/>
                <a:gd name="connsiteY53" fmla="*/ 1529098 h 4067411"/>
                <a:gd name="connsiteX54" fmla="*/ 2599724 w 4067451"/>
                <a:gd name="connsiteY54" fmla="*/ 1529098 h 406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067451" h="4067411">
                  <a:moveTo>
                    <a:pt x="4067452" y="3140856"/>
                  </a:moveTo>
                  <a:lnTo>
                    <a:pt x="4067452" y="3634442"/>
                  </a:lnTo>
                  <a:cubicBezTo>
                    <a:pt x="4067452" y="3734780"/>
                    <a:pt x="3992854" y="3819785"/>
                    <a:pt x="3893866" y="3832257"/>
                  </a:cubicBezTo>
                  <a:cubicBezTo>
                    <a:pt x="3693112" y="3857521"/>
                    <a:pt x="3644810" y="4067411"/>
                    <a:pt x="3310033" y="4067411"/>
                  </a:cubicBezTo>
                  <a:cubicBezTo>
                    <a:pt x="3110867" y="4067411"/>
                    <a:pt x="3004809" y="3988206"/>
                    <a:pt x="2919645" y="3924571"/>
                  </a:cubicBezTo>
                  <a:cubicBezTo>
                    <a:pt x="2845444" y="3869119"/>
                    <a:pt x="2791820" y="3829079"/>
                    <a:pt x="2671859" y="3829079"/>
                  </a:cubicBezTo>
                  <a:cubicBezTo>
                    <a:pt x="2551899" y="3829079"/>
                    <a:pt x="2498274" y="3869119"/>
                    <a:pt x="2424074" y="3924571"/>
                  </a:cubicBezTo>
                  <a:cubicBezTo>
                    <a:pt x="2338830" y="3988206"/>
                    <a:pt x="2232773" y="4067411"/>
                    <a:pt x="2033686" y="4067411"/>
                  </a:cubicBezTo>
                  <a:cubicBezTo>
                    <a:pt x="1834599" y="4067411"/>
                    <a:pt x="1728542" y="3988206"/>
                    <a:pt x="1643298" y="3924571"/>
                  </a:cubicBezTo>
                  <a:cubicBezTo>
                    <a:pt x="1569098" y="3869119"/>
                    <a:pt x="1515473" y="3829079"/>
                    <a:pt x="1395513" y="3829079"/>
                  </a:cubicBezTo>
                  <a:cubicBezTo>
                    <a:pt x="1275552" y="3829079"/>
                    <a:pt x="1221928" y="3869119"/>
                    <a:pt x="1147727" y="3924571"/>
                  </a:cubicBezTo>
                  <a:cubicBezTo>
                    <a:pt x="1062484" y="3988206"/>
                    <a:pt x="956426" y="4067411"/>
                    <a:pt x="757339" y="4067411"/>
                  </a:cubicBezTo>
                  <a:cubicBezTo>
                    <a:pt x="558253" y="4067411"/>
                    <a:pt x="452116" y="3988206"/>
                    <a:pt x="366952" y="3924571"/>
                  </a:cubicBezTo>
                  <a:cubicBezTo>
                    <a:pt x="305859" y="3878891"/>
                    <a:pt x="257557" y="3842823"/>
                    <a:pt x="173585" y="3832337"/>
                  </a:cubicBezTo>
                  <a:cubicBezTo>
                    <a:pt x="74677" y="3819943"/>
                    <a:pt x="0" y="3734859"/>
                    <a:pt x="0" y="3634521"/>
                  </a:cubicBezTo>
                  <a:lnTo>
                    <a:pt x="0" y="3140936"/>
                  </a:lnTo>
                  <a:cubicBezTo>
                    <a:pt x="0" y="3017560"/>
                    <a:pt x="111301" y="2923736"/>
                    <a:pt x="232453" y="2945186"/>
                  </a:cubicBezTo>
                  <a:cubicBezTo>
                    <a:pt x="499146" y="2992455"/>
                    <a:pt x="522980" y="3174064"/>
                    <a:pt x="757339" y="3174064"/>
                  </a:cubicBezTo>
                  <a:cubicBezTo>
                    <a:pt x="877300" y="3174064"/>
                    <a:pt x="930924" y="3134024"/>
                    <a:pt x="1005125" y="3078572"/>
                  </a:cubicBezTo>
                  <a:cubicBezTo>
                    <a:pt x="1090368" y="3014938"/>
                    <a:pt x="1196426" y="2935732"/>
                    <a:pt x="1395513" y="2935732"/>
                  </a:cubicBezTo>
                  <a:cubicBezTo>
                    <a:pt x="1594599" y="2935732"/>
                    <a:pt x="1700657" y="3014938"/>
                    <a:pt x="1785900" y="3078572"/>
                  </a:cubicBezTo>
                  <a:cubicBezTo>
                    <a:pt x="1860101" y="3134024"/>
                    <a:pt x="1913726" y="3174064"/>
                    <a:pt x="2033686" y="3174064"/>
                  </a:cubicBezTo>
                  <a:cubicBezTo>
                    <a:pt x="2153647" y="3174064"/>
                    <a:pt x="2207271" y="3134024"/>
                    <a:pt x="2281472" y="3078572"/>
                  </a:cubicBezTo>
                  <a:cubicBezTo>
                    <a:pt x="2366715" y="3014938"/>
                    <a:pt x="2472773" y="2935732"/>
                    <a:pt x="2671859" y="2935732"/>
                  </a:cubicBezTo>
                  <a:cubicBezTo>
                    <a:pt x="2870946" y="2935732"/>
                    <a:pt x="2977083" y="3014938"/>
                    <a:pt x="3062247" y="3078572"/>
                  </a:cubicBezTo>
                  <a:cubicBezTo>
                    <a:pt x="3136448" y="3134024"/>
                    <a:pt x="3190072" y="3174064"/>
                    <a:pt x="3310033" y="3174064"/>
                  </a:cubicBezTo>
                  <a:cubicBezTo>
                    <a:pt x="3544551" y="3174064"/>
                    <a:pt x="3568146" y="2992455"/>
                    <a:pt x="3834919" y="2945186"/>
                  </a:cubicBezTo>
                  <a:lnTo>
                    <a:pt x="3834919" y="2945186"/>
                  </a:lnTo>
                  <a:cubicBezTo>
                    <a:pt x="3955912" y="2923736"/>
                    <a:pt x="4067372" y="3017401"/>
                    <a:pt x="4067372" y="3140936"/>
                  </a:cubicBezTo>
                  <a:close/>
                  <a:moveTo>
                    <a:pt x="441629" y="1896208"/>
                  </a:moveTo>
                  <a:lnTo>
                    <a:pt x="1892911" y="2647271"/>
                  </a:lnTo>
                  <a:cubicBezTo>
                    <a:pt x="1981094" y="2692872"/>
                    <a:pt x="2086278" y="2692872"/>
                    <a:pt x="2174461" y="2647271"/>
                  </a:cubicBezTo>
                  <a:lnTo>
                    <a:pt x="3318931" y="2055016"/>
                  </a:lnTo>
                  <a:lnTo>
                    <a:pt x="3265226" y="2172594"/>
                  </a:lnTo>
                  <a:cubicBezTo>
                    <a:pt x="3237898" y="2232415"/>
                    <a:pt x="3264273" y="2303120"/>
                    <a:pt x="3324094" y="2330528"/>
                  </a:cubicBezTo>
                  <a:cubicBezTo>
                    <a:pt x="3383995" y="2357857"/>
                    <a:pt x="3454700" y="2331482"/>
                    <a:pt x="3482029" y="2271660"/>
                  </a:cubicBezTo>
                  <a:lnTo>
                    <a:pt x="3678573" y="1841312"/>
                  </a:lnTo>
                  <a:cubicBezTo>
                    <a:pt x="3713290" y="1767906"/>
                    <a:pt x="3666101" y="1683378"/>
                    <a:pt x="3587372" y="1672335"/>
                  </a:cubicBezTo>
                  <a:lnTo>
                    <a:pt x="3117302" y="1606555"/>
                  </a:lnTo>
                  <a:cubicBezTo>
                    <a:pt x="3052158" y="1597419"/>
                    <a:pt x="2991860" y="1642861"/>
                    <a:pt x="2982803" y="1708085"/>
                  </a:cubicBezTo>
                  <a:cubicBezTo>
                    <a:pt x="2973746" y="1773308"/>
                    <a:pt x="3019109" y="1833527"/>
                    <a:pt x="3084332" y="1842583"/>
                  </a:cubicBezTo>
                  <a:lnTo>
                    <a:pt x="3184035" y="1856566"/>
                  </a:lnTo>
                  <a:lnTo>
                    <a:pt x="2065067" y="2435633"/>
                  </a:lnTo>
                  <a:cubicBezTo>
                    <a:pt x="2045523" y="2445722"/>
                    <a:pt x="2022167" y="2445722"/>
                    <a:pt x="2002544" y="2435633"/>
                  </a:cubicBezTo>
                  <a:lnTo>
                    <a:pt x="551262" y="1684569"/>
                  </a:lnTo>
                  <a:cubicBezTo>
                    <a:pt x="492791" y="1654301"/>
                    <a:pt x="420894" y="1677181"/>
                    <a:pt x="390626" y="1735652"/>
                  </a:cubicBezTo>
                  <a:cubicBezTo>
                    <a:pt x="360358" y="1794123"/>
                    <a:pt x="383238" y="1866019"/>
                    <a:pt x="441708" y="1896288"/>
                  </a:cubicBezTo>
                  <a:close/>
                  <a:moveTo>
                    <a:pt x="2599804" y="1529098"/>
                  </a:moveTo>
                  <a:lnTo>
                    <a:pt x="2599804" y="1529098"/>
                  </a:lnTo>
                  <a:cubicBezTo>
                    <a:pt x="2716110" y="1327389"/>
                    <a:pt x="2719605" y="1085085"/>
                    <a:pt x="2609099" y="880914"/>
                  </a:cubicBezTo>
                  <a:lnTo>
                    <a:pt x="2179625" y="86872"/>
                  </a:lnTo>
                  <a:cubicBezTo>
                    <a:pt x="2116943" y="-28957"/>
                    <a:pt x="1950349" y="-28957"/>
                    <a:pt x="1887668" y="86872"/>
                  </a:cubicBezTo>
                  <a:lnTo>
                    <a:pt x="1458194" y="880914"/>
                  </a:lnTo>
                  <a:cubicBezTo>
                    <a:pt x="1347767" y="1085085"/>
                    <a:pt x="1351183" y="1327469"/>
                    <a:pt x="1467489" y="1529098"/>
                  </a:cubicBezTo>
                  <a:cubicBezTo>
                    <a:pt x="1719247" y="1965722"/>
                    <a:pt x="2347887" y="1965960"/>
                    <a:pt x="2599724" y="1529098"/>
                  </a:cubicBezTo>
                  <a:close/>
                </a:path>
              </a:pathLst>
            </a:custGeom>
            <a:solidFill>
              <a:schemeClr val="bg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  <p:sp>
          <p:nvSpPr>
            <p:cNvPr id="305" name="그래픽 325">
              <a:extLst>
                <a:ext uri="{FF2B5EF4-FFF2-40B4-BE49-F238E27FC236}">
                  <a16:creationId xmlns:a16="http://schemas.microsoft.com/office/drawing/2014/main" id="{7C28129E-7399-5EEB-BF87-6A14790BE9CF}"/>
                </a:ext>
              </a:extLst>
            </p:cNvPr>
            <p:cNvSpPr/>
            <p:nvPr/>
          </p:nvSpPr>
          <p:spPr>
            <a:xfrm>
              <a:off x="6477714" y="1290806"/>
              <a:ext cx="169356" cy="169356"/>
            </a:xfrm>
            <a:custGeom>
              <a:avLst/>
              <a:gdLst>
                <a:gd name="connsiteX0" fmla="*/ 4028861 w 4876871"/>
                <a:gd name="connsiteY0" fmla="*/ 3262563 h 4876859"/>
                <a:gd name="connsiteX1" fmla="*/ 3229237 w 4876871"/>
                <a:gd name="connsiteY1" fmla="*/ 4062186 h 4876859"/>
                <a:gd name="connsiteX2" fmla="*/ 790170 w 4876871"/>
                <a:gd name="connsiteY2" fmla="*/ 1592830 h 4876859"/>
                <a:gd name="connsiteX3" fmla="*/ 1596557 w 4876871"/>
                <a:gd name="connsiteY3" fmla="*/ 786444 h 4876859"/>
                <a:gd name="connsiteX4" fmla="*/ 4028861 w 4876871"/>
                <a:gd name="connsiteY4" fmla="*/ 3262468 h 4876859"/>
                <a:gd name="connsiteX5" fmla="*/ 588145 w 4876871"/>
                <a:gd name="connsiteY5" fmla="*/ 1390805 h 4876859"/>
                <a:gd name="connsiteX6" fmla="*/ 1395103 w 4876871"/>
                <a:gd name="connsiteY6" fmla="*/ 583847 h 4876859"/>
                <a:gd name="connsiteX7" fmla="*/ 975717 w 4876871"/>
                <a:gd name="connsiteY7" fmla="*/ 161985 h 4876859"/>
                <a:gd name="connsiteX8" fmla="*/ 167616 w 4876871"/>
                <a:gd name="connsiteY8" fmla="*/ 161985 h 4876859"/>
                <a:gd name="connsiteX9" fmla="*/ 167616 w 4876871"/>
                <a:gd name="connsiteY9" fmla="*/ 970086 h 4876859"/>
                <a:gd name="connsiteX10" fmla="*/ 588240 w 4876871"/>
                <a:gd name="connsiteY10" fmla="*/ 1390710 h 4876859"/>
                <a:gd name="connsiteX11" fmla="*/ 4507969 w 4876871"/>
                <a:gd name="connsiteY11" fmla="*/ 4306027 h 4876859"/>
                <a:gd name="connsiteX12" fmla="*/ 4203550 w 4876871"/>
                <a:gd name="connsiteY12" fmla="*/ 3491925 h 4876859"/>
                <a:gd name="connsiteX13" fmla="*/ 3476220 w 4876871"/>
                <a:gd name="connsiteY13" fmla="*/ 4219254 h 4876859"/>
                <a:gd name="connsiteX14" fmla="*/ 4355092 w 4876871"/>
                <a:gd name="connsiteY14" fmla="*/ 4557105 h 4876859"/>
                <a:gd name="connsiteX15" fmla="*/ 4674846 w 4876871"/>
                <a:gd name="connsiteY15" fmla="*/ 4876860 h 4876859"/>
                <a:gd name="connsiteX16" fmla="*/ 4876872 w 4876871"/>
                <a:gd name="connsiteY16" fmla="*/ 4674835 h 4876859"/>
                <a:gd name="connsiteX17" fmla="*/ 4508064 w 4876871"/>
                <a:gd name="connsiteY17" fmla="*/ 4306027 h 4876859"/>
                <a:gd name="connsiteX18" fmla="*/ 3651195 w 4876871"/>
                <a:gd name="connsiteY18" fmla="*/ 1630549 h 4876859"/>
                <a:gd name="connsiteX19" fmla="*/ 4628460 w 4876871"/>
                <a:gd name="connsiteY19" fmla="*/ 1461957 h 4876859"/>
                <a:gd name="connsiteX20" fmla="*/ 4794195 w 4876871"/>
                <a:gd name="connsiteY20" fmla="*/ 487549 h 4876859"/>
                <a:gd name="connsiteX21" fmla="*/ 4225552 w 4876871"/>
                <a:gd name="connsiteY21" fmla="*/ 1056192 h 4876859"/>
                <a:gd name="connsiteX22" fmla="*/ 3819787 w 4876871"/>
                <a:gd name="connsiteY22" fmla="*/ 653284 h 4876859"/>
                <a:gd name="connsiteX23" fmla="*/ 4388430 w 4876871"/>
                <a:gd name="connsiteY23" fmla="*/ 84642 h 4876859"/>
                <a:gd name="connsiteX24" fmla="*/ 3416880 w 4876871"/>
                <a:gd name="connsiteY24" fmla="*/ 250377 h 4876859"/>
                <a:gd name="connsiteX25" fmla="*/ 3248287 w 4876871"/>
                <a:gd name="connsiteY25" fmla="*/ 1224784 h 4876859"/>
                <a:gd name="connsiteX26" fmla="*/ 2836521 w 4876871"/>
                <a:gd name="connsiteY26" fmla="*/ 1640836 h 4876859"/>
                <a:gd name="connsiteX27" fmla="*/ 3237238 w 4876871"/>
                <a:gd name="connsiteY27" fmla="*/ 2048792 h 4876859"/>
                <a:gd name="connsiteX28" fmla="*/ 3651290 w 4876871"/>
                <a:gd name="connsiteY28" fmla="*/ 1630454 h 4876859"/>
                <a:gd name="connsiteX29" fmla="*/ 1627989 w 4876871"/>
                <a:gd name="connsiteY29" fmla="*/ 2847559 h 4876859"/>
                <a:gd name="connsiteX30" fmla="*/ 1232416 w 4876871"/>
                <a:gd name="connsiteY30" fmla="*/ 3241512 h 4876859"/>
                <a:gd name="connsiteX31" fmla="*/ 252294 w 4876871"/>
                <a:gd name="connsiteY31" fmla="*/ 3412962 h 4876859"/>
                <a:gd name="connsiteX32" fmla="*/ 83701 w 4876871"/>
                <a:gd name="connsiteY32" fmla="*/ 4387370 h 4876859"/>
                <a:gd name="connsiteX33" fmla="*/ 655201 w 4876871"/>
                <a:gd name="connsiteY33" fmla="*/ 3815870 h 4876859"/>
                <a:gd name="connsiteX34" fmla="*/ 1060966 w 4876871"/>
                <a:gd name="connsiteY34" fmla="*/ 4221635 h 4876859"/>
                <a:gd name="connsiteX35" fmla="*/ 489466 w 4876871"/>
                <a:gd name="connsiteY35" fmla="*/ 4793135 h 4876859"/>
                <a:gd name="connsiteX36" fmla="*/ 1463874 w 4876871"/>
                <a:gd name="connsiteY36" fmla="*/ 4624543 h 4876859"/>
                <a:gd name="connsiteX37" fmla="*/ 1635324 w 4876871"/>
                <a:gd name="connsiteY37" fmla="*/ 3644420 h 4876859"/>
                <a:gd name="connsiteX38" fmla="*/ 2029278 w 4876871"/>
                <a:gd name="connsiteY38" fmla="*/ 3253895 h 4876859"/>
                <a:gd name="connsiteX39" fmla="*/ 1627989 w 4876871"/>
                <a:gd name="connsiteY39" fmla="*/ 2847559 h 487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876871" h="4876859">
                  <a:moveTo>
                    <a:pt x="4028861" y="3262563"/>
                  </a:moveTo>
                  <a:lnTo>
                    <a:pt x="3229237" y="4062186"/>
                  </a:lnTo>
                  <a:lnTo>
                    <a:pt x="790170" y="1592830"/>
                  </a:lnTo>
                  <a:lnTo>
                    <a:pt x="1596557" y="786444"/>
                  </a:lnTo>
                  <a:lnTo>
                    <a:pt x="4028861" y="3262468"/>
                  </a:lnTo>
                  <a:close/>
                  <a:moveTo>
                    <a:pt x="588145" y="1390805"/>
                  </a:moveTo>
                  <a:lnTo>
                    <a:pt x="1395103" y="583847"/>
                  </a:lnTo>
                  <a:lnTo>
                    <a:pt x="975717" y="161985"/>
                  </a:lnTo>
                  <a:cubicBezTo>
                    <a:pt x="760167" y="-53852"/>
                    <a:pt x="383643" y="-54138"/>
                    <a:pt x="167616" y="161985"/>
                  </a:cubicBezTo>
                  <a:cubicBezTo>
                    <a:pt x="-56316" y="385822"/>
                    <a:pt x="-55364" y="747391"/>
                    <a:pt x="167616" y="970086"/>
                  </a:cubicBezTo>
                  <a:lnTo>
                    <a:pt x="588240" y="1390710"/>
                  </a:lnTo>
                  <a:close/>
                  <a:moveTo>
                    <a:pt x="4507969" y="4306027"/>
                  </a:moveTo>
                  <a:lnTo>
                    <a:pt x="4203550" y="3491925"/>
                  </a:lnTo>
                  <a:lnTo>
                    <a:pt x="3476220" y="4219254"/>
                  </a:lnTo>
                  <a:lnTo>
                    <a:pt x="4355092" y="4557105"/>
                  </a:lnTo>
                  <a:lnTo>
                    <a:pt x="4674846" y="4876860"/>
                  </a:lnTo>
                  <a:lnTo>
                    <a:pt x="4876872" y="4674835"/>
                  </a:lnTo>
                  <a:lnTo>
                    <a:pt x="4508064" y="4306027"/>
                  </a:lnTo>
                  <a:close/>
                  <a:moveTo>
                    <a:pt x="3651195" y="1630549"/>
                  </a:moveTo>
                  <a:cubicBezTo>
                    <a:pt x="3688342" y="1633407"/>
                    <a:pt x="4196977" y="1893439"/>
                    <a:pt x="4628460" y="1461957"/>
                  </a:cubicBezTo>
                  <a:cubicBezTo>
                    <a:pt x="4882777" y="1207639"/>
                    <a:pt x="4948500" y="816162"/>
                    <a:pt x="4794195" y="487549"/>
                  </a:cubicBezTo>
                  <a:cubicBezTo>
                    <a:pt x="4731330" y="550414"/>
                    <a:pt x="4225552" y="1056192"/>
                    <a:pt x="4225552" y="1056192"/>
                  </a:cubicBezTo>
                  <a:lnTo>
                    <a:pt x="3819787" y="653284"/>
                  </a:lnTo>
                  <a:cubicBezTo>
                    <a:pt x="3882652" y="593277"/>
                    <a:pt x="4388430" y="84642"/>
                    <a:pt x="4388430" y="84642"/>
                  </a:cubicBezTo>
                  <a:cubicBezTo>
                    <a:pt x="4062675" y="-72521"/>
                    <a:pt x="3671197" y="-6798"/>
                    <a:pt x="3416880" y="250377"/>
                  </a:cubicBezTo>
                  <a:cubicBezTo>
                    <a:pt x="2985397" y="681859"/>
                    <a:pt x="3245430" y="1187637"/>
                    <a:pt x="3248287" y="1224784"/>
                  </a:cubicBezTo>
                  <a:cubicBezTo>
                    <a:pt x="3239238" y="1233833"/>
                    <a:pt x="3065598" y="1412141"/>
                    <a:pt x="2836521" y="1640836"/>
                  </a:cubicBezTo>
                  <a:lnTo>
                    <a:pt x="3237238" y="2048792"/>
                  </a:lnTo>
                  <a:cubicBezTo>
                    <a:pt x="3456504" y="1829907"/>
                    <a:pt x="3626906" y="1654838"/>
                    <a:pt x="3651290" y="1630454"/>
                  </a:cubicBezTo>
                  <a:close/>
                  <a:moveTo>
                    <a:pt x="1627989" y="2847559"/>
                  </a:moveTo>
                  <a:cubicBezTo>
                    <a:pt x="1418725" y="3056537"/>
                    <a:pt x="1256038" y="3217890"/>
                    <a:pt x="1232416" y="3241512"/>
                  </a:cubicBezTo>
                  <a:cubicBezTo>
                    <a:pt x="1192411" y="3238655"/>
                    <a:pt x="689491" y="2975765"/>
                    <a:pt x="252294" y="3412962"/>
                  </a:cubicBezTo>
                  <a:cubicBezTo>
                    <a:pt x="-4881" y="3670137"/>
                    <a:pt x="-73461" y="4061615"/>
                    <a:pt x="83701" y="4387370"/>
                  </a:cubicBezTo>
                  <a:cubicBezTo>
                    <a:pt x="146566" y="4327363"/>
                    <a:pt x="655201" y="3815870"/>
                    <a:pt x="655201" y="3815870"/>
                  </a:cubicBezTo>
                  <a:lnTo>
                    <a:pt x="1060966" y="4221635"/>
                  </a:lnTo>
                  <a:cubicBezTo>
                    <a:pt x="998101" y="4281643"/>
                    <a:pt x="489466" y="4793135"/>
                    <a:pt x="489466" y="4793135"/>
                  </a:cubicBezTo>
                  <a:cubicBezTo>
                    <a:pt x="815221" y="4950298"/>
                    <a:pt x="1206699" y="4881718"/>
                    <a:pt x="1463874" y="4624543"/>
                  </a:cubicBezTo>
                  <a:cubicBezTo>
                    <a:pt x="1901071" y="4187345"/>
                    <a:pt x="1638181" y="3684425"/>
                    <a:pt x="1635324" y="3644420"/>
                  </a:cubicBezTo>
                  <a:cubicBezTo>
                    <a:pt x="1644182" y="3636419"/>
                    <a:pt x="1810393" y="3472113"/>
                    <a:pt x="2029278" y="3253895"/>
                  </a:cubicBezTo>
                  <a:lnTo>
                    <a:pt x="1627989" y="2847559"/>
                  </a:lnTo>
                  <a:close/>
                </a:path>
              </a:pathLst>
            </a:custGeom>
            <a:solidFill>
              <a:schemeClr val="bg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</p:grp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7AF3B39F-5D9C-7F52-BBCE-D0CAD4EBC592}"/>
              </a:ext>
            </a:extLst>
          </p:cNvPr>
          <p:cNvGrpSpPr/>
          <p:nvPr/>
        </p:nvGrpSpPr>
        <p:grpSpPr>
          <a:xfrm>
            <a:off x="10766936" y="1166496"/>
            <a:ext cx="594395" cy="370036"/>
            <a:chOff x="7854970" y="1125168"/>
            <a:chExt cx="594395" cy="370036"/>
          </a:xfrm>
        </p:grpSpPr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44221C88-6B7D-4D72-5869-B100A854CDDC}"/>
                </a:ext>
              </a:extLst>
            </p:cNvPr>
            <p:cNvSpPr/>
            <p:nvPr/>
          </p:nvSpPr>
          <p:spPr>
            <a:xfrm>
              <a:off x="7854971" y="1125872"/>
              <a:ext cx="594394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 extrusionH="6350" contourW="76200">
                <a:contourClr>
                  <a:srgbClr val="32B081"/>
                </a:contourClr>
              </a:sp3d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49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</a:t>
              </a:r>
            </a:p>
          </p:txBody>
        </p:sp>
        <p:sp>
          <p:nvSpPr>
            <p:cNvPr id="308" name="직사각형 307">
              <a:extLst>
                <a:ext uri="{FF2B5EF4-FFF2-40B4-BE49-F238E27FC236}">
                  <a16:creationId xmlns:a16="http://schemas.microsoft.com/office/drawing/2014/main" id="{C14FC7A8-9F38-3E57-FEC1-E87BB4299EDD}"/>
                </a:ext>
              </a:extLst>
            </p:cNvPr>
            <p:cNvSpPr/>
            <p:nvPr/>
          </p:nvSpPr>
          <p:spPr>
            <a:xfrm>
              <a:off x="7854970" y="1125168"/>
              <a:ext cx="594394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49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</a:t>
              </a:r>
            </a:p>
          </p:txBody>
        </p:sp>
      </p:grp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2F71F8B2-1E5E-B0C7-1A3C-DE06C617D8C7}"/>
              </a:ext>
            </a:extLst>
          </p:cNvPr>
          <p:cNvGrpSpPr/>
          <p:nvPr/>
        </p:nvGrpSpPr>
        <p:grpSpPr>
          <a:xfrm>
            <a:off x="10318222" y="3688937"/>
            <a:ext cx="1043109" cy="376996"/>
            <a:chOff x="7406256" y="3580932"/>
            <a:chExt cx="1043109" cy="376996"/>
          </a:xfrm>
        </p:grpSpPr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3862756A-B177-84EB-19E7-0197528036A9}"/>
                </a:ext>
              </a:extLst>
            </p:cNvPr>
            <p:cNvSpPr/>
            <p:nvPr/>
          </p:nvSpPr>
          <p:spPr>
            <a:xfrm>
              <a:off x="7408694" y="3580932"/>
              <a:ext cx="1040671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 extrusionH="6350" contourW="76200">
                <a:contourClr>
                  <a:srgbClr val="32B081"/>
                </a:contourClr>
              </a:sp3d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9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 </a:t>
              </a:r>
              <a:r>
                <a:rPr lang="en-US" altLang="ko-KR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31EA</a:t>
              </a:r>
            </a:p>
          </p:txBody>
        </p:sp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ABABC55E-767A-3AC0-DA1C-30E6AFC1046E}"/>
                </a:ext>
              </a:extLst>
            </p:cNvPr>
            <p:cNvSpPr/>
            <p:nvPr/>
          </p:nvSpPr>
          <p:spPr>
            <a:xfrm>
              <a:off x="7406256" y="3588596"/>
              <a:ext cx="1040671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9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 </a:t>
              </a:r>
              <a:r>
                <a:rPr lang="en-US" altLang="ko-KR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31EA</a:t>
              </a:r>
            </a:p>
          </p:txBody>
        </p:sp>
      </p:grpSp>
      <p:graphicFrame>
        <p:nvGraphicFramePr>
          <p:cNvPr id="312" name="표 311">
            <a:extLst>
              <a:ext uri="{FF2B5EF4-FFF2-40B4-BE49-F238E27FC236}">
                <a16:creationId xmlns:a16="http://schemas.microsoft.com/office/drawing/2014/main" id="{79A536DB-7954-9FEC-B71B-F81B4AFF8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729105"/>
              </p:ext>
            </p:extLst>
          </p:nvPr>
        </p:nvGraphicFramePr>
        <p:xfrm>
          <a:off x="6753838" y="4058271"/>
          <a:ext cx="4747665" cy="20693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879">
                  <a:extLst>
                    <a:ext uri="{9D8B030D-6E8A-4147-A177-3AD203B41FA5}">
                      <a16:colId xmlns:a16="http://schemas.microsoft.com/office/drawing/2014/main" val="2233716330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732548318"/>
                    </a:ext>
                  </a:extLst>
                </a:gridCol>
                <a:gridCol w="2024673">
                  <a:extLst>
                    <a:ext uri="{9D8B030D-6E8A-4147-A177-3AD203B41FA5}">
                      <a16:colId xmlns:a16="http://schemas.microsoft.com/office/drawing/2014/main" val="3105871009"/>
                    </a:ext>
                  </a:extLst>
                </a:gridCol>
                <a:gridCol w="247531">
                  <a:extLst>
                    <a:ext uri="{9D8B030D-6E8A-4147-A177-3AD203B41FA5}">
                      <a16:colId xmlns:a16="http://schemas.microsoft.com/office/drawing/2014/main" val="874758328"/>
                    </a:ext>
                  </a:extLst>
                </a:gridCol>
                <a:gridCol w="622000">
                  <a:extLst>
                    <a:ext uri="{9D8B030D-6E8A-4147-A177-3AD203B41FA5}">
                      <a16:colId xmlns:a16="http://schemas.microsoft.com/office/drawing/2014/main" val="2315589749"/>
                    </a:ext>
                  </a:extLst>
                </a:gridCol>
                <a:gridCol w="560558">
                  <a:extLst>
                    <a:ext uri="{9D8B030D-6E8A-4147-A177-3AD203B41FA5}">
                      <a16:colId xmlns:a16="http://schemas.microsoft.com/office/drawing/2014/main" val="1360150619"/>
                    </a:ext>
                  </a:extLst>
                </a:gridCol>
                <a:gridCol w="541403">
                  <a:extLst>
                    <a:ext uri="{9D8B030D-6E8A-4147-A177-3AD203B41FA5}">
                      <a16:colId xmlns:a16="http://schemas.microsoft.com/office/drawing/2014/main" val="344827025"/>
                    </a:ext>
                  </a:extLst>
                </a:gridCol>
              </a:tblGrid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번호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관경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사 업 명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시공년월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발주처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도급사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91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800A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구미광역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원호계통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송수관로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이설공사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2024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11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태강건설㈜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44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800A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고성 월평지구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지장관로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이설공사 중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부단수차단공사</a:t>
                      </a:r>
                      <a:endParaRPr lang="ko-KR" altLang="en-US" sz="700" b="1" kern="1200" spc="-7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원우건설㈜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442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2200A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공공기여 대상사업 직접제공시설공사 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공구중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차단 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청담공원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탄천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700" b="1" kern="1200" spc="-7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현대건설</a:t>
                      </a:r>
                      <a:r>
                        <a:rPr lang="en-US" altLang="ko-KR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주</a:t>
                      </a:r>
                      <a:r>
                        <a:rPr lang="en-US" altLang="ko-KR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br>
                        <a:rPr lang="en-US" altLang="ko-KR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</a:br>
                      <a:r>
                        <a:rPr lang="ko-KR" altLang="en-US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공공기여 직접제공시설 </a:t>
                      </a:r>
                      <a:r>
                        <a:rPr lang="en-US" altLang="ko-KR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  <a:r>
                        <a:rPr lang="ko-KR" altLang="en-US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</a:t>
                      </a:r>
                      <a:endParaRPr lang="en-US" altLang="ko-KR" sz="5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현대건설㈜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27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1800A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전주권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도수관로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대아댐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비상연계시설 개선공사 중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차단공사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학강건설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69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1800A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수도권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(IV)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광역상수도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시화안산계통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복선화사업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시설공사중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차단 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7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극동건설㈜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589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1650A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광양공업용수도개량공사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중 상수도공사 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부단수차단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700" b="1" kern="1200" spc="-7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6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케이씨씨건설</a:t>
                      </a:r>
                      <a:endParaRPr lang="ko-KR" altLang="en-US" sz="6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698002"/>
                  </a:ext>
                </a:extLst>
              </a:tr>
              <a:tr h="226529">
                <a:tc>
                  <a:txBody>
                    <a:bodyPr/>
                    <a:lstStyle/>
                    <a:p>
                      <a:pPr algn="ctr" fontAlgn="ctr"/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endParaRPr lang="ko-KR" altLang="en-US" sz="700" b="1" kern="1200" spc="-7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255700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9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1500A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충남서부권 광역상수도사업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태안계통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및 추가사업 시설공사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㈜흥화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73359"/>
                  </a:ext>
                </a:extLst>
              </a:tr>
            </a:tbl>
          </a:graphicData>
        </a:graphic>
      </p:graphicFrame>
      <p:graphicFrame>
        <p:nvGraphicFramePr>
          <p:cNvPr id="314" name="표 313">
            <a:extLst>
              <a:ext uri="{FF2B5EF4-FFF2-40B4-BE49-F238E27FC236}">
                <a16:creationId xmlns:a16="http://schemas.microsoft.com/office/drawing/2014/main" id="{1B125067-35A5-F0A3-C44D-1C5BD28AF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999853"/>
              </p:ext>
            </p:extLst>
          </p:nvPr>
        </p:nvGraphicFramePr>
        <p:xfrm>
          <a:off x="6753839" y="1529233"/>
          <a:ext cx="4748036" cy="1924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998">
                  <a:extLst>
                    <a:ext uri="{9D8B030D-6E8A-4147-A177-3AD203B41FA5}">
                      <a16:colId xmlns:a16="http://schemas.microsoft.com/office/drawing/2014/main" val="2233716330"/>
                    </a:ext>
                  </a:extLst>
                </a:gridCol>
                <a:gridCol w="2620763">
                  <a:extLst>
                    <a:ext uri="{9D8B030D-6E8A-4147-A177-3AD203B41FA5}">
                      <a16:colId xmlns:a16="http://schemas.microsoft.com/office/drawing/2014/main" val="3105871009"/>
                    </a:ext>
                  </a:extLst>
                </a:gridCol>
                <a:gridCol w="636966">
                  <a:extLst>
                    <a:ext uri="{9D8B030D-6E8A-4147-A177-3AD203B41FA5}">
                      <a16:colId xmlns:a16="http://schemas.microsoft.com/office/drawing/2014/main" val="2315589749"/>
                    </a:ext>
                  </a:extLst>
                </a:gridCol>
                <a:gridCol w="684366">
                  <a:extLst>
                    <a:ext uri="{9D8B030D-6E8A-4147-A177-3AD203B41FA5}">
                      <a16:colId xmlns:a16="http://schemas.microsoft.com/office/drawing/2014/main" val="1360150619"/>
                    </a:ext>
                  </a:extLst>
                </a:gridCol>
                <a:gridCol w="553943">
                  <a:extLst>
                    <a:ext uri="{9D8B030D-6E8A-4147-A177-3AD203B41FA5}">
                      <a16:colId xmlns:a16="http://schemas.microsoft.com/office/drawing/2014/main" val="344827025"/>
                    </a:ext>
                  </a:extLst>
                </a:gridCol>
              </a:tblGrid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번호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사 업 명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선정년월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발주처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관경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91105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구미광역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(Ⅱ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원호계통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송수관로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이설공사</a:t>
                      </a: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D800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567930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충남서부권 광역상수도사업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제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태안계통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및 추가사업 시설공사</a:t>
                      </a: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9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D800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127188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옥회천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지방하천 정비공사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지장관로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이설공사</a:t>
                      </a: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D800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13036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고덕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일반산단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차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용수공급시설 건설사업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(1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 광역분기점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7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D2600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0105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전주권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광역상수도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관로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복선화사업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(1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A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구간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(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차단 공법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10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D2400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361368"/>
                  </a:ext>
                </a:extLst>
              </a:tr>
              <a:tr h="2426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국제교류복합지구 도로개선 기본 및 실시설계</a:t>
                      </a: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D2400 </a:t>
                      </a:r>
                      <a:r>
                        <a:rPr kumimoji="0" lang="ko-KR" altLang="en-US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kumimoji="0" lang="en-US" altLang="ko-KR" sz="8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5596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4925"/>
                  </a:ext>
                </a:extLst>
              </a:tr>
              <a:tr h="242646">
                <a:tc>
                  <a:txBody>
                    <a:bodyPr/>
                    <a:lstStyle/>
                    <a:p>
                      <a:pPr algn="ctr" fontAlgn="ctr"/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5596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387732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49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수도권광역상수도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(Ⅰ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잠원동구간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관로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이설사업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차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D2200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47867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F01E4655-DB44-3339-A71D-6E2F3460CF14}"/>
              </a:ext>
            </a:extLst>
          </p:cNvPr>
          <p:cNvGrpSpPr/>
          <p:nvPr/>
        </p:nvGrpSpPr>
        <p:grpSpPr>
          <a:xfrm>
            <a:off x="6764217" y="3069987"/>
            <a:ext cx="4748036" cy="132856"/>
            <a:chOff x="792581" y="7794910"/>
            <a:chExt cx="6192000" cy="360001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DCBB318C-69A8-BCB3-2B2F-D9202F597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81" y="7794910"/>
              <a:ext cx="6192000" cy="360000"/>
            </a:xfrm>
            <a:custGeom>
              <a:avLst/>
              <a:gdLst>
                <a:gd name="T0" fmla="*/ 0 w 1610"/>
                <a:gd name="T1" fmla="*/ 74 h 125"/>
                <a:gd name="T2" fmla="*/ 403 w 1610"/>
                <a:gd name="T3" fmla="*/ 125 h 125"/>
                <a:gd name="T4" fmla="*/ 1208 w 1610"/>
                <a:gd name="T5" fmla="*/ 23 h 125"/>
                <a:gd name="T6" fmla="*/ 1610 w 1610"/>
                <a:gd name="T7" fmla="*/ 74 h 125"/>
                <a:gd name="T8" fmla="*/ 1610 w 1610"/>
                <a:gd name="T9" fmla="*/ 51 h 125"/>
                <a:gd name="T10" fmla="*/ 1208 w 1610"/>
                <a:gd name="T11" fmla="*/ 0 h 125"/>
                <a:gd name="T12" fmla="*/ 403 w 1610"/>
                <a:gd name="T13" fmla="*/ 102 h 125"/>
                <a:gd name="T14" fmla="*/ 0 w 1610"/>
                <a:gd name="T15" fmla="*/ 51 h 125"/>
                <a:gd name="T16" fmla="*/ 0 w 1610"/>
                <a:gd name="T17" fmla="*/ 7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10" h="125">
                  <a:moveTo>
                    <a:pt x="0" y="74"/>
                  </a:moveTo>
                  <a:cubicBezTo>
                    <a:pt x="101" y="99"/>
                    <a:pt x="202" y="125"/>
                    <a:pt x="403" y="125"/>
                  </a:cubicBezTo>
                  <a:cubicBezTo>
                    <a:pt x="805" y="125"/>
                    <a:pt x="805" y="23"/>
                    <a:pt x="1208" y="23"/>
                  </a:cubicBezTo>
                  <a:cubicBezTo>
                    <a:pt x="1409" y="23"/>
                    <a:pt x="1510" y="48"/>
                    <a:pt x="1610" y="74"/>
                  </a:cubicBezTo>
                  <a:cubicBezTo>
                    <a:pt x="1610" y="51"/>
                    <a:pt x="1610" y="51"/>
                    <a:pt x="1610" y="51"/>
                  </a:cubicBezTo>
                  <a:cubicBezTo>
                    <a:pt x="1510" y="26"/>
                    <a:pt x="1409" y="0"/>
                    <a:pt x="1208" y="0"/>
                  </a:cubicBezTo>
                  <a:cubicBezTo>
                    <a:pt x="805" y="0"/>
                    <a:pt x="805" y="102"/>
                    <a:pt x="403" y="102"/>
                  </a:cubicBezTo>
                  <a:cubicBezTo>
                    <a:pt x="202" y="102"/>
                    <a:pt x="101" y="77"/>
                    <a:pt x="0" y="51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89617" tIns="44809" rIns="89617" bIns="448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9245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506" b="0" i="0" u="none" strike="noStrike" kern="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14E5882E-AE63-1478-1321-11AADC552298}"/>
                </a:ext>
              </a:extLst>
            </p:cNvPr>
            <p:cNvGrpSpPr/>
            <p:nvPr/>
          </p:nvGrpSpPr>
          <p:grpSpPr>
            <a:xfrm>
              <a:off x="792581" y="7794911"/>
              <a:ext cx="6192000" cy="360000"/>
              <a:chOff x="5821363" y="6462713"/>
              <a:chExt cx="6035675" cy="469900"/>
            </a:xfrm>
          </p:grpSpPr>
          <p:sp>
            <p:nvSpPr>
              <p:cNvPr id="5" name="Freeform 16">
                <a:extLst>
                  <a:ext uri="{FF2B5EF4-FFF2-40B4-BE49-F238E27FC236}">
                    <a16:creationId xmlns:a16="http://schemas.microsoft.com/office/drawing/2014/main" id="{8834070E-55B5-3FF1-2487-529D93D908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462713"/>
                <a:ext cx="6035675" cy="382588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7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6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9" name="Freeform 17">
                <a:extLst>
                  <a:ext uri="{FF2B5EF4-FFF2-40B4-BE49-F238E27FC236}">
                    <a16:creationId xmlns:a16="http://schemas.microsoft.com/office/drawing/2014/main" id="{3698E673-7E12-A8AF-313B-E9168003F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548436"/>
                <a:ext cx="6035675" cy="384177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6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5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832B8B6-2CD4-5808-C3CF-2BFD6C07F847}"/>
              </a:ext>
            </a:extLst>
          </p:cNvPr>
          <p:cNvGrpSpPr/>
          <p:nvPr/>
        </p:nvGrpSpPr>
        <p:grpSpPr>
          <a:xfrm>
            <a:off x="6764217" y="5688483"/>
            <a:ext cx="4748036" cy="132856"/>
            <a:chOff x="792581" y="7794910"/>
            <a:chExt cx="6192000" cy="360001"/>
          </a:xfrm>
        </p:grpSpPr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1A01E1CF-798E-C203-16A8-94C0E240C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81" y="7794910"/>
              <a:ext cx="6192000" cy="360000"/>
            </a:xfrm>
            <a:custGeom>
              <a:avLst/>
              <a:gdLst>
                <a:gd name="T0" fmla="*/ 0 w 1610"/>
                <a:gd name="T1" fmla="*/ 74 h 125"/>
                <a:gd name="T2" fmla="*/ 403 w 1610"/>
                <a:gd name="T3" fmla="*/ 125 h 125"/>
                <a:gd name="T4" fmla="*/ 1208 w 1610"/>
                <a:gd name="T5" fmla="*/ 23 h 125"/>
                <a:gd name="T6" fmla="*/ 1610 w 1610"/>
                <a:gd name="T7" fmla="*/ 74 h 125"/>
                <a:gd name="T8" fmla="*/ 1610 w 1610"/>
                <a:gd name="T9" fmla="*/ 51 h 125"/>
                <a:gd name="T10" fmla="*/ 1208 w 1610"/>
                <a:gd name="T11" fmla="*/ 0 h 125"/>
                <a:gd name="T12" fmla="*/ 403 w 1610"/>
                <a:gd name="T13" fmla="*/ 102 h 125"/>
                <a:gd name="T14" fmla="*/ 0 w 1610"/>
                <a:gd name="T15" fmla="*/ 51 h 125"/>
                <a:gd name="T16" fmla="*/ 0 w 1610"/>
                <a:gd name="T17" fmla="*/ 7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10" h="125">
                  <a:moveTo>
                    <a:pt x="0" y="74"/>
                  </a:moveTo>
                  <a:cubicBezTo>
                    <a:pt x="101" y="99"/>
                    <a:pt x="202" y="125"/>
                    <a:pt x="403" y="125"/>
                  </a:cubicBezTo>
                  <a:cubicBezTo>
                    <a:pt x="805" y="125"/>
                    <a:pt x="805" y="23"/>
                    <a:pt x="1208" y="23"/>
                  </a:cubicBezTo>
                  <a:cubicBezTo>
                    <a:pt x="1409" y="23"/>
                    <a:pt x="1510" y="48"/>
                    <a:pt x="1610" y="74"/>
                  </a:cubicBezTo>
                  <a:cubicBezTo>
                    <a:pt x="1610" y="51"/>
                    <a:pt x="1610" y="51"/>
                    <a:pt x="1610" y="51"/>
                  </a:cubicBezTo>
                  <a:cubicBezTo>
                    <a:pt x="1510" y="26"/>
                    <a:pt x="1409" y="0"/>
                    <a:pt x="1208" y="0"/>
                  </a:cubicBezTo>
                  <a:cubicBezTo>
                    <a:pt x="805" y="0"/>
                    <a:pt x="805" y="102"/>
                    <a:pt x="403" y="102"/>
                  </a:cubicBezTo>
                  <a:cubicBezTo>
                    <a:pt x="202" y="102"/>
                    <a:pt x="101" y="77"/>
                    <a:pt x="0" y="51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89617" tIns="44809" rIns="89617" bIns="448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9245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506" b="0" i="0" u="none" strike="noStrike" kern="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CC9509A6-0F00-3659-DF43-78D681BAE574}"/>
                </a:ext>
              </a:extLst>
            </p:cNvPr>
            <p:cNvGrpSpPr/>
            <p:nvPr/>
          </p:nvGrpSpPr>
          <p:grpSpPr>
            <a:xfrm>
              <a:off x="792581" y="7794911"/>
              <a:ext cx="6192000" cy="360000"/>
              <a:chOff x="5821363" y="6462713"/>
              <a:chExt cx="6035675" cy="469900"/>
            </a:xfrm>
          </p:grpSpPr>
          <p:sp>
            <p:nvSpPr>
              <p:cNvPr id="13" name="Freeform 16">
                <a:extLst>
                  <a:ext uri="{FF2B5EF4-FFF2-40B4-BE49-F238E27FC236}">
                    <a16:creationId xmlns:a16="http://schemas.microsoft.com/office/drawing/2014/main" id="{056D3D87-15A8-4358-9B5D-5648474A9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462713"/>
                <a:ext cx="6035675" cy="382588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7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6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4" name="Freeform 17">
                <a:extLst>
                  <a:ext uri="{FF2B5EF4-FFF2-40B4-BE49-F238E27FC236}">
                    <a16:creationId xmlns:a16="http://schemas.microsoft.com/office/drawing/2014/main" id="{1FB0ADAC-8193-5304-670F-39095AF94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548438"/>
                <a:ext cx="6035675" cy="384175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6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5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  <p:pic>
        <p:nvPicPr>
          <p:cNvPr id="313" name="그림 312" descr="사람, 손톱, 손가락, 엄지이(가) 표시된 사진&#10;&#10;자동 생성된 설명">
            <a:extLst>
              <a:ext uri="{FF2B5EF4-FFF2-40B4-BE49-F238E27FC236}">
                <a16:creationId xmlns:a16="http://schemas.microsoft.com/office/drawing/2014/main" id="{781136B2-B8ED-D820-B978-EC2871ACA567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r="12347"/>
          <a:stretch/>
        </p:blipFill>
        <p:spPr>
          <a:xfrm>
            <a:off x="10110688" y="4899485"/>
            <a:ext cx="1510898" cy="1456553"/>
          </a:xfrm>
          <a:custGeom>
            <a:avLst/>
            <a:gdLst>
              <a:gd name="connsiteX0" fmla="*/ 0 w 1666112"/>
              <a:gd name="connsiteY0" fmla="*/ 0 h 1606184"/>
              <a:gd name="connsiteX1" fmla="*/ 1666112 w 1666112"/>
              <a:gd name="connsiteY1" fmla="*/ 0 h 1606184"/>
              <a:gd name="connsiteX2" fmla="*/ 1666112 w 1666112"/>
              <a:gd name="connsiteY2" fmla="*/ 1606184 h 1606184"/>
              <a:gd name="connsiteX3" fmla="*/ 0 w 1666112"/>
              <a:gd name="connsiteY3" fmla="*/ 1606184 h 160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6112" h="1606184">
                <a:moveTo>
                  <a:pt x="0" y="0"/>
                </a:moveTo>
                <a:lnTo>
                  <a:pt x="1666112" y="0"/>
                </a:lnTo>
                <a:lnTo>
                  <a:pt x="1666112" y="1606184"/>
                </a:lnTo>
                <a:lnTo>
                  <a:pt x="0" y="1606184"/>
                </a:lnTo>
                <a:close/>
              </a:path>
            </a:pathLst>
          </a:custGeom>
          <a:noFill/>
          <a:effectLst>
            <a:outerShdw blurRad="190500" dist="114300" dir="5400000" algn="t" rotWithShape="0">
              <a:prstClr val="black">
                <a:alpha val="17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1545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818F4-A2EA-81F2-8B48-3E883E24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 descr="안개, 그레이이(가) 표시된 사진&#10;&#10;자동 생성된 설명">
            <a:extLst>
              <a:ext uri="{FF2B5EF4-FFF2-40B4-BE49-F238E27FC236}">
                <a16:creationId xmlns:a16="http://schemas.microsoft.com/office/drawing/2014/main" id="{B455705B-5FF7-E212-5DB1-B6D17AEA0A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6000"/>
          </a:blip>
          <a:srcRect l="5049" r="5049"/>
          <a:stretch/>
        </p:blipFill>
        <p:spPr>
          <a:xfrm>
            <a:off x="1" y="1342991"/>
            <a:ext cx="9144000" cy="4954258"/>
          </a:xfrm>
          <a:prstGeom prst="rect">
            <a:avLst/>
          </a:prstGeom>
        </p:spPr>
      </p:pic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E7389DD2-16FA-E8B8-B2F0-DACFE881F17B}"/>
              </a:ext>
            </a:extLst>
          </p:cNvPr>
          <p:cNvSpPr>
            <a:spLocks/>
          </p:cNvSpPr>
          <p:nvPr/>
        </p:nvSpPr>
        <p:spPr bwMode="auto">
          <a:xfrm>
            <a:off x="1" y="1326256"/>
            <a:ext cx="9143999" cy="51034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587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/>
            <a:endParaRPr lang="ko-KR" altLang="en-US" sz="2000" b="1" kern="0" dirty="0">
              <a:ln>
                <a:solidFill>
                  <a:srgbClr val="576C87">
                    <a:alpha val="0"/>
                  </a:srgb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sp>
        <p:nvSpPr>
          <p:cNvPr id="297" name="TextBox 296">
            <a:extLst>
              <a:ext uri="{FF2B5EF4-FFF2-40B4-BE49-F238E27FC236}">
                <a16:creationId xmlns:a16="http://schemas.microsoft.com/office/drawing/2014/main" id="{AFD61C68-20B7-D451-111F-41DDB6EB4FD4}"/>
              </a:ext>
            </a:extLst>
          </p:cNvPr>
          <p:cNvSpPr txBox="1"/>
          <p:nvPr/>
        </p:nvSpPr>
        <p:spPr>
          <a:xfrm>
            <a:off x="437032" y="1427539"/>
            <a:ext cx="4263988" cy="30777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defTabSz="1017151" latinLnBrk="1">
              <a:tabLst>
                <a:tab pos="2425700" algn="l"/>
                <a:tab pos="2781300" algn="l"/>
              </a:tabLst>
              <a:defRPr/>
            </a:pPr>
            <a:r>
              <a:rPr lang="en-US" altLang="ko-KR" spc="-5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2009</a:t>
            </a:r>
            <a:r>
              <a:rPr lang="ko-KR" altLang="en-US" spc="-5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년 창사이래로 </a:t>
            </a:r>
            <a:r>
              <a:rPr lang="ko-KR" altLang="en-US" sz="2000" spc="-5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rgbClr val="FFFF02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rPr>
              <a:t>안정적 시공실적 달성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717CEB4-2E48-FB3F-9993-0A52A9C951FB}"/>
              </a:ext>
            </a:extLst>
          </p:cNvPr>
          <p:cNvGrpSpPr/>
          <p:nvPr/>
        </p:nvGrpSpPr>
        <p:grpSpPr>
          <a:xfrm>
            <a:off x="428605" y="904102"/>
            <a:ext cx="702391" cy="277792"/>
            <a:chOff x="426531" y="906614"/>
            <a:chExt cx="702391" cy="277792"/>
          </a:xfrm>
        </p:grpSpPr>
        <p:sp>
          <p:nvSpPr>
            <p:cNvPr id="7" name="텍스트 개체 틀 2">
              <a:extLst>
                <a:ext uri="{FF2B5EF4-FFF2-40B4-BE49-F238E27FC236}">
                  <a16:creationId xmlns:a16="http://schemas.microsoft.com/office/drawing/2014/main" id="{265BC0E8-F98E-AA0B-9CAC-B61DD679587C}"/>
                </a:ext>
              </a:extLst>
            </p:cNvPr>
            <p:cNvSpPr txBox="1">
              <a:spLocks/>
            </p:cNvSpPr>
            <p:nvPr/>
          </p:nvSpPr>
          <p:spPr>
            <a:xfrm>
              <a:off x="760231" y="922400"/>
              <a:ext cx="368691" cy="246221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>
              <a:defPPr>
                <a:defRPr lang="ko-KR"/>
              </a:defPPr>
              <a:lvl1pPr indent="0" defTabSz="91440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400">
                  <a:solidFill>
                    <a:schemeClr val="bg1">
                      <a:lumMod val="65000"/>
                    </a:schemeClr>
                  </a:solidFill>
                </a:defRPr>
              </a:lvl1pPr>
              <a:lvl2pPr marL="4572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/>
              </a:lvl2pPr>
              <a:lvl3pPr marL="0" lvl="2" indent="0" defTabSz="914400" fontAlgn="base" latinLnBrk="0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rgbClr val="5F5F5F"/>
                </a:buClr>
                <a:buSzPct val="100000"/>
                <a:buFont typeface="Arial" panose="020B0604020202020204" pitchFamily="34" charset="0"/>
                <a:buNone/>
                <a:tabLst>
                  <a:tab pos="88900" algn="l"/>
                </a:tabLst>
                <a:defRPr sz="2000" spc="-150">
                  <a:ln w="1270">
                    <a:noFill/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</a:defRPr>
              </a:lvl3pPr>
              <a:lvl4pPr marL="13716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4pPr>
              <a:lvl5pPr marL="18288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5pPr>
              <a:lvl6pPr marL="22860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6pPr>
              <a:lvl7pPr marL="27432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7pPr>
              <a:lvl8pPr marL="32004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8pPr>
              <a:lvl9pPr marL="3657600" indent="0" defTabSz="9144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000"/>
              </a:lvl9pPr>
            </a:lstStyle>
            <a:p>
              <a:pPr lvl="2">
                <a:defRPr/>
              </a:pPr>
              <a:r>
                <a:rPr lang="ko-KR" altLang="en-US" sz="1600" spc="-100" dirty="0">
                  <a:ln w="1270"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0486DC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실적</a:t>
              </a:r>
            </a:p>
          </p:txBody>
        </p:sp>
        <p:sp>
          <p:nvSpPr>
            <p:cNvPr id="8" name="그래픽 122">
              <a:extLst>
                <a:ext uri="{FF2B5EF4-FFF2-40B4-BE49-F238E27FC236}">
                  <a16:creationId xmlns:a16="http://schemas.microsoft.com/office/drawing/2014/main" id="{AB5F315B-19C0-81F2-CD87-7FB3F479C753}"/>
                </a:ext>
              </a:extLst>
            </p:cNvPr>
            <p:cNvSpPr/>
            <p:nvPr/>
          </p:nvSpPr>
          <p:spPr>
            <a:xfrm>
              <a:off x="426531" y="906614"/>
              <a:ext cx="277779" cy="277792"/>
            </a:xfrm>
            <a:custGeom>
              <a:avLst/>
              <a:gdLst>
                <a:gd name="connsiteX0" fmla="*/ 860584 w 1804034"/>
                <a:gd name="connsiteY0" fmla="*/ 740569 h 1804130"/>
                <a:gd name="connsiteX1" fmla="*/ 969836 w 1804034"/>
                <a:gd name="connsiteY1" fmla="*/ 631317 h 1804130"/>
                <a:gd name="connsiteX2" fmla="*/ 1079087 w 1804034"/>
                <a:gd name="connsiteY2" fmla="*/ 740569 h 1804130"/>
                <a:gd name="connsiteX3" fmla="*/ 969836 w 1804034"/>
                <a:gd name="connsiteY3" fmla="*/ 849821 h 1804130"/>
                <a:gd name="connsiteX4" fmla="*/ 860584 w 1804034"/>
                <a:gd name="connsiteY4" fmla="*/ 740569 h 1804130"/>
                <a:gd name="connsiteX5" fmla="*/ 1395127 w 1804034"/>
                <a:gd name="connsiteY5" fmla="*/ 892397 h 1804130"/>
                <a:gd name="connsiteX6" fmla="*/ 1008888 w 1804034"/>
                <a:gd name="connsiteY6" fmla="*/ 931831 h 1804130"/>
                <a:gd name="connsiteX7" fmla="*/ 745903 w 1804034"/>
                <a:gd name="connsiteY7" fmla="*/ 811816 h 1804130"/>
                <a:gd name="connsiteX8" fmla="*/ 435293 w 1804034"/>
                <a:gd name="connsiteY8" fmla="*/ 930116 h 1804130"/>
                <a:gd name="connsiteX9" fmla="*/ 243173 w 1804034"/>
                <a:gd name="connsiteY9" fmla="*/ 912209 h 1804130"/>
                <a:gd name="connsiteX10" fmla="*/ 902018 w 1804034"/>
                <a:gd name="connsiteY10" fmla="*/ 1561148 h 1804130"/>
                <a:gd name="connsiteX11" fmla="*/ 1560767 w 1804034"/>
                <a:gd name="connsiteY11" fmla="*/ 916591 h 1804130"/>
                <a:gd name="connsiteX12" fmla="*/ 1395032 w 1804034"/>
                <a:gd name="connsiteY12" fmla="*/ 892397 h 1804130"/>
                <a:gd name="connsiteX13" fmla="*/ 1189292 w 1804034"/>
                <a:gd name="connsiteY13" fmla="*/ 592455 h 1804130"/>
                <a:gd name="connsiteX14" fmla="*/ 1252538 w 1804034"/>
                <a:gd name="connsiteY14" fmla="*/ 529209 h 1804130"/>
                <a:gd name="connsiteX15" fmla="*/ 1189292 w 1804034"/>
                <a:gd name="connsiteY15" fmla="*/ 465963 h 1804130"/>
                <a:gd name="connsiteX16" fmla="*/ 1126046 w 1804034"/>
                <a:gd name="connsiteY16" fmla="*/ 529209 h 1804130"/>
                <a:gd name="connsiteX17" fmla="*/ 1189292 w 1804034"/>
                <a:gd name="connsiteY17" fmla="*/ 592455 h 1804130"/>
                <a:gd name="connsiteX18" fmla="*/ 783336 w 1804034"/>
                <a:gd name="connsiteY18" fmla="*/ 641318 h 1804130"/>
                <a:gd name="connsiteX19" fmla="*/ 863822 w 1804034"/>
                <a:gd name="connsiteY19" fmla="*/ 560832 h 1804130"/>
                <a:gd name="connsiteX20" fmla="*/ 783336 w 1804034"/>
                <a:gd name="connsiteY20" fmla="*/ 480346 h 1804130"/>
                <a:gd name="connsiteX21" fmla="*/ 702850 w 1804034"/>
                <a:gd name="connsiteY21" fmla="*/ 560832 h 1804130"/>
                <a:gd name="connsiteX22" fmla="*/ 783336 w 1804034"/>
                <a:gd name="connsiteY22" fmla="*/ 641318 h 1804130"/>
                <a:gd name="connsiteX23" fmla="*/ 1804035 w 1804034"/>
                <a:gd name="connsiteY23" fmla="*/ 902113 h 1804130"/>
                <a:gd name="connsiteX24" fmla="*/ 902018 w 1804034"/>
                <a:gd name="connsiteY24" fmla="*/ 1804130 h 1804130"/>
                <a:gd name="connsiteX25" fmla="*/ 0 w 1804034"/>
                <a:gd name="connsiteY25" fmla="*/ 902018 h 1804130"/>
                <a:gd name="connsiteX26" fmla="*/ 902018 w 1804034"/>
                <a:gd name="connsiteY26" fmla="*/ 0 h 1804130"/>
                <a:gd name="connsiteX27" fmla="*/ 1804035 w 1804034"/>
                <a:gd name="connsiteY27" fmla="*/ 902018 h 1804130"/>
                <a:gd name="connsiteX28" fmla="*/ 1661160 w 1804034"/>
                <a:gd name="connsiteY28" fmla="*/ 902113 h 1804130"/>
                <a:gd name="connsiteX29" fmla="*/ 902018 w 1804034"/>
                <a:gd name="connsiteY29" fmla="*/ 142970 h 1804130"/>
                <a:gd name="connsiteX30" fmla="*/ 142875 w 1804034"/>
                <a:gd name="connsiteY30" fmla="*/ 902018 h 1804130"/>
                <a:gd name="connsiteX31" fmla="*/ 902018 w 1804034"/>
                <a:gd name="connsiteY31" fmla="*/ 1661160 h 1804130"/>
                <a:gd name="connsiteX32" fmla="*/ 1661160 w 1804034"/>
                <a:gd name="connsiteY32" fmla="*/ 902018 h 180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804034" h="1804130">
                  <a:moveTo>
                    <a:pt x="860584" y="740569"/>
                  </a:moveTo>
                  <a:cubicBezTo>
                    <a:pt x="860584" y="680180"/>
                    <a:pt x="909542" y="631317"/>
                    <a:pt x="969836" y="631317"/>
                  </a:cubicBezTo>
                  <a:cubicBezTo>
                    <a:pt x="1030129" y="631317"/>
                    <a:pt x="1079087" y="680276"/>
                    <a:pt x="1079087" y="740569"/>
                  </a:cubicBezTo>
                  <a:cubicBezTo>
                    <a:pt x="1079087" y="800862"/>
                    <a:pt x="1030129" y="849821"/>
                    <a:pt x="969836" y="849821"/>
                  </a:cubicBezTo>
                  <a:cubicBezTo>
                    <a:pt x="909542" y="849821"/>
                    <a:pt x="860584" y="800862"/>
                    <a:pt x="860584" y="740569"/>
                  </a:cubicBezTo>
                  <a:close/>
                  <a:moveTo>
                    <a:pt x="1395127" y="892397"/>
                  </a:moveTo>
                  <a:cubicBezTo>
                    <a:pt x="1166717" y="792099"/>
                    <a:pt x="1165003" y="841438"/>
                    <a:pt x="1008888" y="931831"/>
                  </a:cubicBezTo>
                  <a:cubicBezTo>
                    <a:pt x="852773" y="1022223"/>
                    <a:pt x="862584" y="882491"/>
                    <a:pt x="745903" y="811816"/>
                  </a:cubicBezTo>
                  <a:cubicBezTo>
                    <a:pt x="629222" y="741140"/>
                    <a:pt x="578263" y="861060"/>
                    <a:pt x="435293" y="930116"/>
                  </a:cubicBezTo>
                  <a:cubicBezTo>
                    <a:pt x="361569" y="965740"/>
                    <a:pt x="292703" y="942785"/>
                    <a:pt x="243173" y="912209"/>
                  </a:cubicBezTo>
                  <a:cubicBezTo>
                    <a:pt x="248507" y="1271492"/>
                    <a:pt x="541401" y="1561148"/>
                    <a:pt x="902018" y="1561148"/>
                  </a:cubicBezTo>
                  <a:cubicBezTo>
                    <a:pt x="1262634" y="1561148"/>
                    <a:pt x="1553147" y="1273874"/>
                    <a:pt x="1560767" y="916591"/>
                  </a:cubicBezTo>
                  <a:cubicBezTo>
                    <a:pt x="1507236" y="922211"/>
                    <a:pt x="1450753" y="916781"/>
                    <a:pt x="1395032" y="892397"/>
                  </a:cubicBezTo>
                  <a:close/>
                  <a:moveTo>
                    <a:pt x="1189292" y="592455"/>
                  </a:moveTo>
                  <a:cubicBezTo>
                    <a:pt x="1224248" y="592455"/>
                    <a:pt x="1252538" y="564166"/>
                    <a:pt x="1252538" y="529209"/>
                  </a:cubicBezTo>
                  <a:cubicBezTo>
                    <a:pt x="1252538" y="494252"/>
                    <a:pt x="1224248" y="465963"/>
                    <a:pt x="1189292" y="465963"/>
                  </a:cubicBezTo>
                  <a:cubicBezTo>
                    <a:pt x="1154335" y="465963"/>
                    <a:pt x="1126046" y="494252"/>
                    <a:pt x="1126046" y="529209"/>
                  </a:cubicBezTo>
                  <a:cubicBezTo>
                    <a:pt x="1126046" y="564166"/>
                    <a:pt x="1154335" y="592455"/>
                    <a:pt x="1189292" y="592455"/>
                  </a:cubicBezTo>
                  <a:close/>
                  <a:moveTo>
                    <a:pt x="783336" y="641318"/>
                  </a:moveTo>
                  <a:cubicBezTo>
                    <a:pt x="827818" y="641318"/>
                    <a:pt x="863822" y="605314"/>
                    <a:pt x="863822" y="560832"/>
                  </a:cubicBezTo>
                  <a:cubicBezTo>
                    <a:pt x="863822" y="516350"/>
                    <a:pt x="827818" y="480346"/>
                    <a:pt x="783336" y="480346"/>
                  </a:cubicBezTo>
                  <a:cubicBezTo>
                    <a:pt x="738854" y="480346"/>
                    <a:pt x="702850" y="516350"/>
                    <a:pt x="702850" y="560832"/>
                  </a:cubicBezTo>
                  <a:cubicBezTo>
                    <a:pt x="702850" y="605314"/>
                    <a:pt x="738854" y="641318"/>
                    <a:pt x="783336" y="641318"/>
                  </a:cubicBezTo>
                  <a:close/>
                  <a:moveTo>
                    <a:pt x="1804035" y="902113"/>
                  </a:moveTo>
                  <a:cubicBezTo>
                    <a:pt x="1804035" y="1399508"/>
                    <a:pt x="1399413" y="1804130"/>
                    <a:pt x="902018" y="1804130"/>
                  </a:cubicBezTo>
                  <a:cubicBezTo>
                    <a:pt x="404622" y="1804130"/>
                    <a:pt x="0" y="1399413"/>
                    <a:pt x="0" y="902018"/>
                  </a:cubicBezTo>
                  <a:cubicBezTo>
                    <a:pt x="0" y="404622"/>
                    <a:pt x="404622" y="0"/>
                    <a:pt x="902018" y="0"/>
                  </a:cubicBezTo>
                  <a:cubicBezTo>
                    <a:pt x="1399413" y="0"/>
                    <a:pt x="1804035" y="404622"/>
                    <a:pt x="1804035" y="902018"/>
                  </a:cubicBezTo>
                  <a:close/>
                  <a:moveTo>
                    <a:pt x="1661160" y="902113"/>
                  </a:moveTo>
                  <a:cubicBezTo>
                    <a:pt x="1661160" y="483489"/>
                    <a:pt x="1320641" y="142970"/>
                    <a:pt x="902018" y="142970"/>
                  </a:cubicBezTo>
                  <a:cubicBezTo>
                    <a:pt x="483394" y="142970"/>
                    <a:pt x="142875" y="483394"/>
                    <a:pt x="142875" y="902018"/>
                  </a:cubicBezTo>
                  <a:cubicBezTo>
                    <a:pt x="142875" y="1320641"/>
                    <a:pt x="483394" y="1661160"/>
                    <a:pt x="902018" y="1661160"/>
                  </a:cubicBezTo>
                  <a:cubicBezTo>
                    <a:pt x="1320641" y="1661160"/>
                    <a:pt x="1661160" y="1320641"/>
                    <a:pt x="1661160" y="902018"/>
                  </a:cubicBezTo>
                  <a:close/>
                </a:path>
              </a:pathLst>
            </a:custGeom>
            <a:gradFill>
              <a:gsLst>
                <a:gs pos="0">
                  <a:srgbClr val="1BB214"/>
                </a:gs>
                <a:gs pos="100000">
                  <a:srgbClr val="0486DC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anchor="ctr"/>
            <a:lstStyle/>
            <a:p>
              <a:pPr algn="ctr"/>
              <a:endParaRPr kumimoji="1" lang="ko-KR" altLang="en-US" sz="2215" b="1">
                <a:ln w="13500">
                  <a:solidFill>
                    <a:srgbClr val="576C87">
                      <a:alpha val="0"/>
                    </a:srgbClr>
                  </a:solidFill>
                  <a:prstDash val="solid"/>
                </a:ln>
                <a:solidFill>
                  <a:schemeClr val="bg1"/>
                </a:solidFill>
                <a:latin typeface="에스코어 드림 6 Bold" panose="020B0703030302020204" pitchFamily="34" charset="-127"/>
                <a:ea typeface="에스코어 드림 6 Bold" panose="020B0703030302020204" pitchFamily="34" charset="-127"/>
              </a:endParaRPr>
            </a:p>
          </p:txBody>
        </p:sp>
      </p:grpSp>
      <p:sp>
        <p:nvSpPr>
          <p:cNvPr id="234" name="사각형: 둥근 모서리 81">
            <a:extLst>
              <a:ext uri="{FF2B5EF4-FFF2-40B4-BE49-F238E27FC236}">
                <a16:creationId xmlns:a16="http://schemas.microsoft.com/office/drawing/2014/main" id="{65AABEC0-1109-F9DA-8D3F-C0B09FFFEFE5}"/>
              </a:ext>
            </a:extLst>
          </p:cNvPr>
          <p:cNvSpPr/>
          <p:nvPr/>
        </p:nvSpPr>
        <p:spPr>
          <a:xfrm>
            <a:off x="729263" y="2131636"/>
            <a:ext cx="6868906" cy="1912463"/>
          </a:xfrm>
          <a:prstGeom prst="rect">
            <a:avLst/>
          </a:prstGeom>
          <a:solidFill>
            <a:srgbClr val="BAC6DC">
              <a:alpha val="4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500" dirty="0">
              <a:solidFill>
                <a:srgbClr val="6E7B88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35" name="사각형: 둥근 모서리 81">
            <a:extLst>
              <a:ext uri="{FF2B5EF4-FFF2-40B4-BE49-F238E27FC236}">
                <a16:creationId xmlns:a16="http://schemas.microsoft.com/office/drawing/2014/main" id="{65585169-09F6-28D1-2458-71E632A6EEE5}"/>
              </a:ext>
            </a:extLst>
          </p:cNvPr>
          <p:cNvSpPr/>
          <p:nvPr/>
        </p:nvSpPr>
        <p:spPr>
          <a:xfrm>
            <a:off x="1812713" y="4489479"/>
            <a:ext cx="5785433" cy="1621762"/>
          </a:xfrm>
          <a:prstGeom prst="rect">
            <a:avLst/>
          </a:prstGeom>
          <a:solidFill>
            <a:srgbClr val="BAC6DC">
              <a:alpha val="40000"/>
            </a:srgb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ko-KR" altLang="en-US" sz="1500" dirty="0">
              <a:solidFill>
                <a:srgbClr val="6E7B88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236" name="사각형: 둥근 모서리 81">
            <a:extLst>
              <a:ext uri="{FF2B5EF4-FFF2-40B4-BE49-F238E27FC236}">
                <a16:creationId xmlns:a16="http://schemas.microsoft.com/office/drawing/2014/main" id="{2BA41F90-9A01-07D6-40DF-892BBEABB3ED}"/>
              </a:ext>
            </a:extLst>
          </p:cNvPr>
          <p:cNvSpPr/>
          <p:nvPr/>
        </p:nvSpPr>
        <p:spPr>
          <a:xfrm>
            <a:off x="697584" y="2131636"/>
            <a:ext cx="6040088" cy="349163"/>
          </a:xfrm>
          <a:prstGeom prst="rect">
            <a:avLst/>
          </a:prstGeom>
          <a:solidFill>
            <a:srgbClr val="25835F"/>
          </a:solidFill>
          <a:ln w="3828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/>
            <a:endParaRPr lang="ko-KR" altLang="en-US" sz="2800" b="1" kern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sp>
        <p:nvSpPr>
          <p:cNvPr id="237" name="텍스트 개체 틀 2">
            <a:extLst>
              <a:ext uri="{FF2B5EF4-FFF2-40B4-BE49-F238E27FC236}">
                <a16:creationId xmlns:a16="http://schemas.microsoft.com/office/drawing/2014/main" id="{13B1FC69-F7B7-97DD-5FA7-86AD21A88706}"/>
              </a:ext>
            </a:extLst>
          </p:cNvPr>
          <p:cNvSpPr txBox="1">
            <a:spLocks/>
          </p:cNvSpPr>
          <p:nvPr/>
        </p:nvSpPr>
        <p:spPr>
          <a:xfrm>
            <a:off x="2233454" y="2198493"/>
            <a:ext cx="1870705" cy="215444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ko-KR" altLang="en-US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신기술 지정증서 제 </a:t>
            </a:r>
            <a:r>
              <a:rPr lang="en-US" altLang="ko-KR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936</a:t>
            </a:r>
            <a:r>
              <a:rPr lang="ko-KR" altLang="en-US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호</a:t>
            </a: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926E9EBB-F773-5E0A-3A02-69F7409509A4}"/>
              </a:ext>
            </a:extLst>
          </p:cNvPr>
          <p:cNvGrpSpPr/>
          <p:nvPr/>
        </p:nvGrpSpPr>
        <p:grpSpPr>
          <a:xfrm>
            <a:off x="2233454" y="2637394"/>
            <a:ext cx="788727" cy="1180380"/>
            <a:chOff x="2199506" y="2195725"/>
            <a:chExt cx="739177" cy="1106225"/>
          </a:xfrm>
        </p:grpSpPr>
        <p:grpSp>
          <p:nvGrpSpPr>
            <p:cNvPr id="239" name="그룹 238">
              <a:extLst>
                <a:ext uri="{FF2B5EF4-FFF2-40B4-BE49-F238E27FC236}">
                  <a16:creationId xmlns:a16="http://schemas.microsoft.com/office/drawing/2014/main" id="{C13841A8-70F4-2E07-EA25-8A8E63792728}"/>
                </a:ext>
              </a:extLst>
            </p:cNvPr>
            <p:cNvGrpSpPr/>
            <p:nvPr/>
          </p:nvGrpSpPr>
          <p:grpSpPr>
            <a:xfrm>
              <a:off x="2199506" y="2350456"/>
              <a:ext cx="739177" cy="951494"/>
              <a:chOff x="1859105" y="2643183"/>
              <a:chExt cx="676823" cy="871907"/>
            </a:xfrm>
          </p:grpSpPr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681BF7E1-2BEE-C1F3-63E1-D54F0B567D0E}"/>
                  </a:ext>
                </a:extLst>
              </p:cNvPr>
              <p:cNvSpPr/>
              <p:nvPr/>
            </p:nvSpPr>
            <p:spPr>
              <a:xfrm>
                <a:off x="1859105" y="2643183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242" name="그림 241">
                <a:extLst>
                  <a:ext uri="{FF2B5EF4-FFF2-40B4-BE49-F238E27FC236}">
                    <a16:creationId xmlns:a16="http://schemas.microsoft.com/office/drawing/2014/main" id="{63BF1F4F-767D-0E65-AE0E-8714812FCB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5510" y="2681838"/>
                <a:ext cx="564013" cy="794596"/>
              </a:xfrm>
              <a:prstGeom prst="rect">
                <a:avLst/>
              </a:prstGeom>
            </p:spPr>
          </p:pic>
        </p:grpSp>
        <p:sp>
          <p:nvSpPr>
            <p:cNvPr id="240" name="사각형: 둥근 모서리 30">
              <a:extLst>
                <a:ext uri="{FF2B5EF4-FFF2-40B4-BE49-F238E27FC236}">
                  <a16:creationId xmlns:a16="http://schemas.microsoft.com/office/drawing/2014/main" id="{CBBCEA90-70D7-304C-C998-8EFAE2A98D79}"/>
                </a:ext>
              </a:extLst>
            </p:cNvPr>
            <p:cNvSpPr/>
            <p:nvPr/>
          </p:nvSpPr>
          <p:spPr>
            <a:xfrm>
              <a:off x="2202297" y="2195725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10-1022842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246" name="그룹 245">
            <a:extLst>
              <a:ext uri="{FF2B5EF4-FFF2-40B4-BE49-F238E27FC236}">
                <a16:creationId xmlns:a16="http://schemas.microsoft.com/office/drawing/2014/main" id="{B5BCE647-D31A-6D79-1027-FB746E02EDB0}"/>
              </a:ext>
            </a:extLst>
          </p:cNvPr>
          <p:cNvGrpSpPr/>
          <p:nvPr/>
        </p:nvGrpSpPr>
        <p:grpSpPr>
          <a:xfrm>
            <a:off x="3929956" y="2637394"/>
            <a:ext cx="788727" cy="1180380"/>
            <a:chOff x="3031588" y="2195725"/>
            <a:chExt cx="739177" cy="1106225"/>
          </a:xfrm>
        </p:grpSpPr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71A54117-4EFC-BBB7-A163-5FDAEDB589B6}"/>
                </a:ext>
              </a:extLst>
            </p:cNvPr>
            <p:cNvGrpSpPr/>
            <p:nvPr/>
          </p:nvGrpSpPr>
          <p:grpSpPr>
            <a:xfrm>
              <a:off x="3031588" y="2350456"/>
              <a:ext cx="739177" cy="951494"/>
              <a:chOff x="2623150" y="2643183"/>
              <a:chExt cx="676823" cy="871907"/>
            </a:xfrm>
          </p:grpSpPr>
          <p:sp>
            <p:nvSpPr>
              <p:cNvPr id="298" name="직사각형 297">
                <a:extLst>
                  <a:ext uri="{FF2B5EF4-FFF2-40B4-BE49-F238E27FC236}">
                    <a16:creationId xmlns:a16="http://schemas.microsoft.com/office/drawing/2014/main" id="{F2CCAE32-4291-D59D-4102-6ADF6A15E154}"/>
                  </a:ext>
                </a:extLst>
              </p:cNvPr>
              <p:cNvSpPr/>
              <p:nvPr/>
            </p:nvSpPr>
            <p:spPr>
              <a:xfrm>
                <a:off x="2623150" y="2643183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20" name="그림 319">
                <a:extLst>
                  <a:ext uri="{FF2B5EF4-FFF2-40B4-BE49-F238E27FC236}">
                    <a16:creationId xmlns:a16="http://schemas.microsoft.com/office/drawing/2014/main" id="{DCA2EFDB-6991-06CA-9E07-78811A9AEF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70982" y="2665555"/>
                <a:ext cx="600480" cy="841176"/>
              </a:xfrm>
              <a:prstGeom prst="rect">
                <a:avLst/>
              </a:prstGeom>
              <a:gradFill>
                <a:gsLst>
                  <a:gs pos="56000">
                    <a:srgbClr val="1C7C37"/>
                  </a:gs>
                  <a:gs pos="56000">
                    <a:srgbClr val="0F5913"/>
                  </a:gs>
                </a:gsLst>
                <a:lin ang="3600000" scaled="0"/>
              </a:gradFill>
              <a:ln w="15875">
                <a:noFill/>
              </a:ln>
              <a:effectLst/>
            </p:spPr>
          </p:pic>
        </p:grpSp>
        <p:sp>
          <p:nvSpPr>
            <p:cNvPr id="248" name="사각형: 둥근 모서리 30">
              <a:extLst>
                <a:ext uri="{FF2B5EF4-FFF2-40B4-BE49-F238E27FC236}">
                  <a16:creationId xmlns:a16="http://schemas.microsoft.com/office/drawing/2014/main" id="{3C903366-ED67-8803-09B1-0CE8BC2FD9B9}"/>
                </a:ext>
              </a:extLst>
            </p:cNvPr>
            <p:cNvSpPr/>
            <p:nvPr/>
          </p:nvSpPr>
          <p:spPr>
            <a:xfrm>
              <a:off x="3034379" y="2195725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10-1262049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0538B33E-1CDF-0F71-A5AB-C37BE76FDCC1}"/>
              </a:ext>
            </a:extLst>
          </p:cNvPr>
          <p:cNvGrpSpPr/>
          <p:nvPr/>
        </p:nvGrpSpPr>
        <p:grpSpPr>
          <a:xfrm>
            <a:off x="5626458" y="2637394"/>
            <a:ext cx="788727" cy="1180380"/>
            <a:chOff x="3863669" y="2195725"/>
            <a:chExt cx="739177" cy="1106225"/>
          </a:xfrm>
        </p:grpSpPr>
        <p:grpSp>
          <p:nvGrpSpPr>
            <p:cNvPr id="322" name="그룹 321">
              <a:extLst>
                <a:ext uri="{FF2B5EF4-FFF2-40B4-BE49-F238E27FC236}">
                  <a16:creationId xmlns:a16="http://schemas.microsoft.com/office/drawing/2014/main" id="{260952DD-B596-5EF2-6596-0B4D3EC2722F}"/>
                </a:ext>
              </a:extLst>
            </p:cNvPr>
            <p:cNvGrpSpPr/>
            <p:nvPr/>
          </p:nvGrpSpPr>
          <p:grpSpPr>
            <a:xfrm>
              <a:off x="3863669" y="2350456"/>
              <a:ext cx="739177" cy="951494"/>
              <a:chOff x="3387193" y="2643183"/>
              <a:chExt cx="676823" cy="871907"/>
            </a:xfrm>
          </p:grpSpPr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F919CB7C-E169-8EFE-5AD9-88EE554A2E32}"/>
                  </a:ext>
                </a:extLst>
              </p:cNvPr>
              <p:cNvSpPr/>
              <p:nvPr/>
            </p:nvSpPr>
            <p:spPr>
              <a:xfrm>
                <a:off x="3387193" y="2643183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25" name="그림 324">
                <a:extLst>
                  <a:ext uri="{FF2B5EF4-FFF2-40B4-BE49-F238E27FC236}">
                    <a16:creationId xmlns:a16="http://schemas.microsoft.com/office/drawing/2014/main" id="{FBD44044-BDAE-B761-EBE7-EF594D0630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37379" y="2669440"/>
                <a:ext cx="588626" cy="829946"/>
              </a:xfrm>
              <a:prstGeom prst="rect">
                <a:avLst/>
              </a:prstGeom>
            </p:spPr>
          </p:pic>
        </p:grpSp>
        <p:sp>
          <p:nvSpPr>
            <p:cNvPr id="323" name="사각형: 둥근 모서리 30">
              <a:extLst>
                <a:ext uri="{FF2B5EF4-FFF2-40B4-BE49-F238E27FC236}">
                  <a16:creationId xmlns:a16="http://schemas.microsoft.com/office/drawing/2014/main" id="{98D29B7C-3481-6D16-66DE-0FCB838D6619}"/>
                </a:ext>
              </a:extLst>
            </p:cNvPr>
            <p:cNvSpPr/>
            <p:nvPr/>
          </p:nvSpPr>
          <p:spPr>
            <a:xfrm>
              <a:off x="3866460" y="2195725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10-1275597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26" name="그룹 325">
            <a:extLst>
              <a:ext uri="{FF2B5EF4-FFF2-40B4-BE49-F238E27FC236}">
                <a16:creationId xmlns:a16="http://schemas.microsoft.com/office/drawing/2014/main" id="{DE83D634-8C5E-21E7-33BB-5500F3277AE4}"/>
              </a:ext>
            </a:extLst>
          </p:cNvPr>
          <p:cNvGrpSpPr/>
          <p:nvPr/>
        </p:nvGrpSpPr>
        <p:grpSpPr>
          <a:xfrm>
            <a:off x="3081705" y="2637394"/>
            <a:ext cx="788727" cy="1180380"/>
            <a:chOff x="2615547" y="2703081"/>
            <a:chExt cx="739177" cy="1106225"/>
          </a:xfrm>
        </p:grpSpPr>
        <p:grpSp>
          <p:nvGrpSpPr>
            <p:cNvPr id="327" name="그룹 326">
              <a:extLst>
                <a:ext uri="{FF2B5EF4-FFF2-40B4-BE49-F238E27FC236}">
                  <a16:creationId xmlns:a16="http://schemas.microsoft.com/office/drawing/2014/main" id="{37601462-83D0-CC8F-AB60-A31F87740AB3}"/>
                </a:ext>
              </a:extLst>
            </p:cNvPr>
            <p:cNvGrpSpPr/>
            <p:nvPr/>
          </p:nvGrpSpPr>
          <p:grpSpPr>
            <a:xfrm>
              <a:off x="2615547" y="2857812"/>
              <a:ext cx="739177" cy="951494"/>
              <a:chOff x="2241249" y="3063454"/>
              <a:chExt cx="676823" cy="871907"/>
            </a:xfrm>
          </p:grpSpPr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F1C75E16-D498-E841-A9E2-D0683AFA8B6B}"/>
                  </a:ext>
                </a:extLst>
              </p:cNvPr>
              <p:cNvSpPr/>
              <p:nvPr/>
            </p:nvSpPr>
            <p:spPr>
              <a:xfrm>
                <a:off x="2241249" y="3063454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30" name="그림 329">
                <a:extLst>
                  <a:ext uri="{FF2B5EF4-FFF2-40B4-BE49-F238E27FC236}">
                    <a16:creationId xmlns:a16="http://schemas.microsoft.com/office/drawing/2014/main" id="{6D24C46D-13F5-3E7B-D5D7-B88A624E48D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t="4237"/>
              <a:stretch/>
            </p:blipFill>
            <p:spPr>
              <a:xfrm>
                <a:off x="2297244" y="3117449"/>
                <a:ext cx="564832" cy="763917"/>
              </a:xfrm>
              <a:prstGeom prst="rect">
                <a:avLst/>
              </a:prstGeom>
            </p:spPr>
          </p:pic>
        </p:grpSp>
        <p:sp>
          <p:nvSpPr>
            <p:cNvPr id="328" name="사각형: 둥근 모서리 30">
              <a:extLst>
                <a:ext uri="{FF2B5EF4-FFF2-40B4-BE49-F238E27FC236}">
                  <a16:creationId xmlns:a16="http://schemas.microsoft.com/office/drawing/2014/main" id="{422C4BF1-A131-379A-FD52-A7B2F5F402CB}"/>
                </a:ext>
              </a:extLst>
            </p:cNvPr>
            <p:cNvSpPr/>
            <p:nvPr/>
          </p:nvSpPr>
          <p:spPr>
            <a:xfrm>
              <a:off x="2618338" y="2703081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10-1589299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31" name="그룹 330">
            <a:extLst>
              <a:ext uri="{FF2B5EF4-FFF2-40B4-BE49-F238E27FC236}">
                <a16:creationId xmlns:a16="http://schemas.microsoft.com/office/drawing/2014/main" id="{97A608DA-8B7B-7924-8B29-C77944C176E7}"/>
              </a:ext>
            </a:extLst>
          </p:cNvPr>
          <p:cNvGrpSpPr/>
          <p:nvPr/>
        </p:nvGrpSpPr>
        <p:grpSpPr>
          <a:xfrm>
            <a:off x="4778207" y="2637394"/>
            <a:ext cx="788727" cy="1180380"/>
            <a:chOff x="3447629" y="2703081"/>
            <a:chExt cx="739177" cy="1106225"/>
          </a:xfrm>
        </p:grpSpPr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1BA2F5CC-71C1-E023-DA27-D63FC4677A3B}"/>
                </a:ext>
              </a:extLst>
            </p:cNvPr>
            <p:cNvGrpSpPr/>
            <p:nvPr/>
          </p:nvGrpSpPr>
          <p:grpSpPr>
            <a:xfrm>
              <a:off x="3447629" y="2857812"/>
              <a:ext cx="739177" cy="951494"/>
              <a:chOff x="3005293" y="3063454"/>
              <a:chExt cx="676823" cy="871907"/>
            </a:xfrm>
          </p:grpSpPr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DC05CE69-DBAF-7046-0318-EBCC6827F5AE}"/>
                  </a:ext>
                </a:extLst>
              </p:cNvPr>
              <p:cNvSpPr/>
              <p:nvPr/>
            </p:nvSpPr>
            <p:spPr>
              <a:xfrm>
                <a:off x="3005293" y="3063454"/>
                <a:ext cx="676823" cy="871907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70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35" name="그림 334">
                <a:extLst>
                  <a:ext uri="{FF2B5EF4-FFF2-40B4-BE49-F238E27FC236}">
                    <a16:creationId xmlns:a16="http://schemas.microsoft.com/office/drawing/2014/main" id="{A29FA503-338F-39FB-96D5-E7CB66A639B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b="6147"/>
              <a:stretch/>
            </p:blipFill>
            <p:spPr>
              <a:xfrm>
                <a:off x="3054100" y="3114970"/>
                <a:ext cx="579017" cy="770308"/>
              </a:xfrm>
              <a:prstGeom prst="rect">
                <a:avLst/>
              </a:prstGeom>
            </p:spPr>
          </p:pic>
        </p:grpSp>
        <p:sp>
          <p:nvSpPr>
            <p:cNvPr id="333" name="사각형: 둥근 모서리 30">
              <a:extLst>
                <a:ext uri="{FF2B5EF4-FFF2-40B4-BE49-F238E27FC236}">
                  <a16:creationId xmlns:a16="http://schemas.microsoft.com/office/drawing/2014/main" id="{77130E6F-D150-2E62-174A-CBE00CD25D7C}"/>
                </a:ext>
              </a:extLst>
            </p:cNvPr>
            <p:cNvSpPr/>
            <p:nvPr/>
          </p:nvSpPr>
          <p:spPr>
            <a:xfrm>
              <a:off x="3450420" y="2703081"/>
              <a:ext cx="733594" cy="159272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제 </a:t>
              </a:r>
              <a:r>
                <a:rPr lang="en-US" altLang="ko-KR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10-1507114</a:t>
              </a:r>
              <a:r>
                <a:rPr lang="ko-KR" altLang="en-US" sz="7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호</a:t>
              </a:r>
            </a:p>
          </p:txBody>
        </p:sp>
      </p:grpSp>
      <p:grpSp>
        <p:nvGrpSpPr>
          <p:cNvPr id="337" name="그룹 336">
            <a:extLst>
              <a:ext uri="{FF2B5EF4-FFF2-40B4-BE49-F238E27FC236}">
                <a16:creationId xmlns:a16="http://schemas.microsoft.com/office/drawing/2014/main" id="{1E66FD0D-572C-9085-013F-6ED8DC722C3F}"/>
              </a:ext>
            </a:extLst>
          </p:cNvPr>
          <p:cNvGrpSpPr>
            <a:grpSpLocks noChangeAspect="1"/>
          </p:cNvGrpSpPr>
          <p:nvPr/>
        </p:nvGrpSpPr>
        <p:grpSpPr>
          <a:xfrm>
            <a:off x="2060990" y="4842428"/>
            <a:ext cx="788400" cy="1178203"/>
            <a:chOff x="2184648" y="4308341"/>
            <a:chExt cx="739177" cy="1199520"/>
          </a:xfrm>
        </p:grpSpPr>
        <p:grpSp>
          <p:nvGrpSpPr>
            <p:cNvPr id="353" name="그룹 352">
              <a:extLst>
                <a:ext uri="{FF2B5EF4-FFF2-40B4-BE49-F238E27FC236}">
                  <a16:creationId xmlns:a16="http://schemas.microsoft.com/office/drawing/2014/main" id="{417A6B79-DD93-4E80-C474-11D488D6B845}"/>
                </a:ext>
              </a:extLst>
            </p:cNvPr>
            <p:cNvGrpSpPr/>
            <p:nvPr/>
          </p:nvGrpSpPr>
          <p:grpSpPr>
            <a:xfrm>
              <a:off x="2184648" y="4556367"/>
              <a:ext cx="739177" cy="951494"/>
              <a:chOff x="1892104" y="4429807"/>
              <a:chExt cx="822174" cy="1059314"/>
            </a:xfrm>
          </p:grpSpPr>
          <p:sp>
            <p:nvSpPr>
              <p:cNvPr id="355" name="직사각형 354">
                <a:extLst>
                  <a:ext uri="{FF2B5EF4-FFF2-40B4-BE49-F238E27FC236}">
                    <a16:creationId xmlns:a16="http://schemas.microsoft.com/office/drawing/2014/main" id="{A9A43481-ED84-3C7C-4545-6FB60BE8B57B}"/>
                  </a:ext>
                </a:extLst>
              </p:cNvPr>
              <p:cNvSpPr/>
              <p:nvPr/>
            </p:nvSpPr>
            <p:spPr>
              <a:xfrm>
                <a:off x="1892104" y="4429807"/>
                <a:ext cx="822174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56" name="그림 355">
                <a:extLst>
                  <a:ext uri="{FF2B5EF4-FFF2-40B4-BE49-F238E27FC236}">
                    <a16:creationId xmlns:a16="http://schemas.microsoft.com/office/drawing/2014/main" id="{FBDB15DC-B5A3-10C0-940D-88782C4971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/>
              <a:srcRect l="606" t="440"/>
              <a:stretch/>
            </p:blipFill>
            <p:spPr>
              <a:xfrm>
                <a:off x="1971844" y="4502210"/>
                <a:ext cx="666917" cy="932500"/>
              </a:xfrm>
              <a:prstGeom prst="rect">
                <a:avLst/>
              </a:prstGeom>
            </p:spPr>
          </p:pic>
        </p:grpSp>
        <p:sp>
          <p:nvSpPr>
            <p:cNvPr id="354" name="사각형: 둥근 모서리 30">
              <a:extLst>
                <a:ext uri="{FF2B5EF4-FFF2-40B4-BE49-F238E27FC236}">
                  <a16:creationId xmlns:a16="http://schemas.microsoft.com/office/drawing/2014/main" id="{808EA307-CBC5-ED00-DD37-A17BBD434BF2}"/>
                </a:ext>
              </a:extLst>
            </p:cNvPr>
            <p:cNvSpPr/>
            <p:nvPr/>
          </p:nvSpPr>
          <p:spPr>
            <a:xfrm>
              <a:off x="2184648" y="4308341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수도용 자재와 제품의</a:t>
              </a:r>
              <a:endParaRPr lang="en-US" altLang="ko-KR" sz="650" spc="-30" dirty="0">
                <a:ln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72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algn="ctr"/>
              <a:r>
                <a:rPr lang="ko-KR" altLang="en-US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적합인증 </a:t>
              </a:r>
              <a:r>
                <a:rPr lang="en-US" altLang="ko-KR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(CP</a:t>
              </a:r>
              <a:r>
                <a:rPr lang="ko-KR" altLang="en-US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인증</a:t>
              </a:r>
              <a:r>
                <a:rPr lang="en-US" altLang="ko-KR" sz="650" spc="-3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</p:txBody>
        </p:sp>
      </p:grp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A353D058-8F41-2430-A360-3AB1E9617D1E}"/>
              </a:ext>
            </a:extLst>
          </p:cNvPr>
          <p:cNvGrpSpPr>
            <a:grpSpLocks noChangeAspect="1"/>
          </p:cNvGrpSpPr>
          <p:nvPr/>
        </p:nvGrpSpPr>
        <p:grpSpPr>
          <a:xfrm>
            <a:off x="3864172" y="4842428"/>
            <a:ext cx="788400" cy="1178203"/>
            <a:chOff x="3312568" y="4308341"/>
            <a:chExt cx="739177" cy="1199520"/>
          </a:xfrm>
        </p:grpSpPr>
        <p:grpSp>
          <p:nvGrpSpPr>
            <p:cNvPr id="349" name="그룹 348">
              <a:extLst>
                <a:ext uri="{FF2B5EF4-FFF2-40B4-BE49-F238E27FC236}">
                  <a16:creationId xmlns:a16="http://schemas.microsoft.com/office/drawing/2014/main" id="{2157A455-952D-71E1-3DD0-D559065758C2}"/>
                </a:ext>
              </a:extLst>
            </p:cNvPr>
            <p:cNvGrpSpPr/>
            <p:nvPr/>
          </p:nvGrpSpPr>
          <p:grpSpPr>
            <a:xfrm>
              <a:off x="3312568" y="4556367"/>
              <a:ext cx="739177" cy="951494"/>
              <a:chOff x="3129713" y="4429807"/>
              <a:chExt cx="822174" cy="1059314"/>
            </a:xfrm>
          </p:grpSpPr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69FB9508-74A7-9794-9F3B-A3A33B1D48E3}"/>
                  </a:ext>
                </a:extLst>
              </p:cNvPr>
              <p:cNvSpPr/>
              <p:nvPr/>
            </p:nvSpPr>
            <p:spPr>
              <a:xfrm>
                <a:off x="3129713" y="4429807"/>
                <a:ext cx="822174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52" name="그림 351">
                <a:extLst>
                  <a:ext uri="{FF2B5EF4-FFF2-40B4-BE49-F238E27FC236}">
                    <a16:creationId xmlns:a16="http://schemas.microsoft.com/office/drawing/2014/main" id="{0A2A1761-80A4-8DA6-DEAC-FE5E07C2624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/>
              <a:srcRect l="4270" t="10316" r="3400" b="1843"/>
              <a:stretch/>
            </p:blipFill>
            <p:spPr>
              <a:xfrm>
                <a:off x="3181715" y="4486807"/>
                <a:ext cx="713945" cy="947903"/>
              </a:xfrm>
              <a:prstGeom prst="rect">
                <a:avLst/>
              </a:prstGeom>
            </p:spPr>
          </p:pic>
        </p:grpSp>
        <p:sp>
          <p:nvSpPr>
            <p:cNvPr id="350" name="사각형: 둥근 모서리 30">
              <a:extLst>
                <a:ext uri="{FF2B5EF4-FFF2-40B4-BE49-F238E27FC236}">
                  <a16:creationId xmlns:a16="http://schemas.microsoft.com/office/drawing/2014/main" id="{5988A6DA-D1E1-C555-139F-DC6F4CD59559}"/>
                </a:ext>
              </a:extLst>
            </p:cNvPr>
            <p:cNvSpPr/>
            <p:nvPr/>
          </p:nvSpPr>
          <p:spPr>
            <a:xfrm>
              <a:off x="3312568" y="4308341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ISO 900</a:t>
              </a:r>
            </a:p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: 2015</a:t>
              </a:r>
            </a:p>
          </p:txBody>
        </p:sp>
      </p:grpSp>
      <p:grpSp>
        <p:nvGrpSpPr>
          <p:cNvPr id="339" name="그룹 338">
            <a:extLst>
              <a:ext uri="{FF2B5EF4-FFF2-40B4-BE49-F238E27FC236}">
                <a16:creationId xmlns:a16="http://schemas.microsoft.com/office/drawing/2014/main" id="{016D1EE7-A88D-B8EF-CBE0-FCD85C449463}"/>
              </a:ext>
            </a:extLst>
          </p:cNvPr>
          <p:cNvGrpSpPr>
            <a:grpSpLocks noChangeAspect="1"/>
          </p:cNvGrpSpPr>
          <p:nvPr/>
        </p:nvGrpSpPr>
        <p:grpSpPr>
          <a:xfrm>
            <a:off x="2962581" y="4842428"/>
            <a:ext cx="788400" cy="1178203"/>
            <a:chOff x="2748608" y="4815697"/>
            <a:chExt cx="739177" cy="1199520"/>
          </a:xfrm>
        </p:grpSpPr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E912A038-CB18-48C1-E566-9297C10F2C5E}"/>
                </a:ext>
              </a:extLst>
            </p:cNvPr>
            <p:cNvGrpSpPr/>
            <p:nvPr/>
          </p:nvGrpSpPr>
          <p:grpSpPr>
            <a:xfrm>
              <a:off x="2748608" y="5063723"/>
              <a:ext cx="739177" cy="951494"/>
              <a:chOff x="2510908" y="4909455"/>
              <a:chExt cx="822174" cy="1059314"/>
            </a:xfrm>
          </p:grpSpPr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45FB4601-B5D4-7B32-321C-482E84F8C924}"/>
                  </a:ext>
                </a:extLst>
              </p:cNvPr>
              <p:cNvSpPr/>
              <p:nvPr/>
            </p:nvSpPr>
            <p:spPr>
              <a:xfrm>
                <a:off x="2510908" y="4909455"/>
                <a:ext cx="822174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48" name="그림 347">
                <a:extLst>
                  <a:ext uri="{FF2B5EF4-FFF2-40B4-BE49-F238E27FC236}">
                    <a16:creationId xmlns:a16="http://schemas.microsoft.com/office/drawing/2014/main" id="{249EB2E6-430F-0D83-F7F1-771B8B542F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84130" y="4981858"/>
                <a:ext cx="675732" cy="928252"/>
              </a:xfrm>
              <a:prstGeom prst="rect">
                <a:avLst/>
              </a:prstGeom>
            </p:spPr>
          </p:pic>
        </p:grpSp>
        <p:sp>
          <p:nvSpPr>
            <p:cNvPr id="346" name="사각형: 둥근 모서리 30">
              <a:extLst>
                <a:ext uri="{FF2B5EF4-FFF2-40B4-BE49-F238E27FC236}">
                  <a16:creationId xmlns:a16="http://schemas.microsoft.com/office/drawing/2014/main" id="{FB733037-8335-2502-4E9B-4F3476C8B1A5}"/>
                </a:ext>
              </a:extLst>
            </p:cNvPr>
            <p:cNvSpPr/>
            <p:nvPr/>
          </p:nvSpPr>
          <p:spPr>
            <a:xfrm>
              <a:off x="2748608" y="4815697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ko-KR" altLang="en-US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위생안전기준</a:t>
              </a:r>
            </a:p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(KC</a:t>
              </a:r>
              <a:r>
                <a:rPr lang="ko-KR" altLang="en-US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인증</a:t>
              </a:r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</p:txBody>
        </p:sp>
      </p:grpSp>
      <p:grpSp>
        <p:nvGrpSpPr>
          <p:cNvPr id="340" name="그룹 339">
            <a:extLst>
              <a:ext uri="{FF2B5EF4-FFF2-40B4-BE49-F238E27FC236}">
                <a16:creationId xmlns:a16="http://schemas.microsoft.com/office/drawing/2014/main" id="{A6E5EBAE-4023-32D5-6719-A03E7A7E1C49}"/>
              </a:ext>
            </a:extLst>
          </p:cNvPr>
          <p:cNvGrpSpPr>
            <a:grpSpLocks noChangeAspect="1"/>
          </p:cNvGrpSpPr>
          <p:nvPr/>
        </p:nvGrpSpPr>
        <p:grpSpPr>
          <a:xfrm>
            <a:off x="4765763" y="4842427"/>
            <a:ext cx="788400" cy="1178207"/>
            <a:chOff x="3762228" y="4815697"/>
            <a:chExt cx="739176" cy="1199522"/>
          </a:xfrm>
        </p:grpSpPr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F08D32F5-2A0A-831E-C9DD-B6E0F242DA02}"/>
                </a:ext>
              </a:extLst>
            </p:cNvPr>
            <p:cNvGrpSpPr/>
            <p:nvPr/>
          </p:nvGrpSpPr>
          <p:grpSpPr>
            <a:xfrm>
              <a:off x="3762228" y="5063725"/>
              <a:ext cx="739176" cy="951494"/>
              <a:chOff x="3748516" y="4909457"/>
              <a:chExt cx="822173" cy="1059314"/>
            </a:xfrm>
          </p:grpSpPr>
          <p:sp>
            <p:nvSpPr>
              <p:cNvPr id="343" name="직사각형 342">
                <a:extLst>
                  <a:ext uri="{FF2B5EF4-FFF2-40B4-BE49-F238E27FC236}">
                    <a16:creationId xmlns:a16="http://schemas.microsoft.com/office/drawing/2014/main" id="{CA3E3A66-B313-891B-0631-0460FB9611DF}"/>
                  </a:ext>
                </a:extLst>
              </p:cNvPr>
              <p:cNvSpPr/>
              <p:nvPr/>
            </p:nvSpPr>
            <p:spPr>
              <a:xfrm>
                <a:off x="3748516" y="4909457"/>
                <a:ext cx="822173" cy="1059314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A7B1C5"/>
                </a:solidFill>
              </a:ln>
              <a:effectLst>
                <a:outerShdw blurRad="50800" dist="38100" dir="5400000" algn="t" rotWithShape="0">
                  <a:prstClr val="black">
                    <a:alpha val="6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650" b="1" spc="-10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26309"/>
                  </a:solidFill>
                  <a:effectLst>
                    <a:outerShdw blurRad="60007" dist="200025" dir="15000000" sy="30000" kx="-1800000" algn="bl" rotWithShape="0">
                      <a:prstClr val="black">
                        <a:alpha val="32000"/>
                      </a:prstClr>
                    </a:outerShdw>
                  </a:effectLst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pic>
            <p:nvPicPr>
              <p:cNvPr id="344" name="그림 343">
                <a:extLst>
                  <a:ext uri="{FF2B5EF4-FFF2-40B4-BE49-F238E27FC236}">
                    <a16:creationId xmlns:a16="http://schemas.microsoft.com/office/drawing/2014/main" id="{49CE457F-B5C1-CD85-AD75-D89369B6CC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/>
              <a:srcRect l="2438" t="8315" r="2890" b="1250"/>
              <a:stretch/>
            </p:blipFill>
            <p:spPr>
              <a:xfrm>
                <a:off x="3803747" y="4966455"/>
                <a:ext cx="708857" cy="943656"/>
              </a:xfrm>
              <a:prstGeom prst="rect">
                <a:avLst/>
              </a:prstGeom>
            </p:spPr>
          </p:pic>
        </p:grpSp>
        <p:sp>
          <p:nvSpPr>
            <p:cNvPr id="342" name="사각형: 둥근 모서리 30">
              <a:extLst>
                <a:ext uri="{FF2B5EF4-FFF2-40B4-BE49-F238E27FC236}">
                  <a16:creationId xmlns:a16="http://schemas.microsoft.com/office/drawing/2014/main" id="{1813E38E-FE5B-A0EF-8BC3-D1A18B468A94}"/>
                </a:ext>
              </a:extLst>
            </p:cNvPr>
            <p:cNvSpPr/>
            <p:nvPr/>
          </p:nvSpPr>
          <p:spPr>
            <a:xfrm>
              <a:off x="3762228" y="4815697"/>
              <a:ext cx="739176" cy="246536"/>
            </a:xfrm>
            <a:prstGeom prst="rect">
              <a:avLst/>
            </a:prstGeom>
            <a:solidFill>
              <a:srgbClr val="8290AC"/>
            </a:solidFill>
            <a:ln w="9525">
              <a:noFill/>
            </a:ln>
            <a:effectLst/>
          </p:spPr>
          <p:txBody>
            <a:bodyPr wrap="square" lIns="0" tIns="0" rIns="0" bIns="0" rtlCol="0" anchor="ctr" anchorCtr="0">
              <a:noAutofit/>
            </a:bodyPr>
            <a:lstStyle/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ISO 14001</a:t>
              </a:r>
            </a:p>
            <a:p>
              <a:pPr algn="ctr"/>
              <a:r>
                <a:rPr lang="en-US" altLang="ko-KR" sz="65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100000">
                        <a:schemeClr val="bg1"/>
                      </a:gs>
                      <a:gs pos="0">
                        <a:schemeClr val="bg1"/>
                      </a:gs>
                    </a:gsLst>
                    <a:lin ang="72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: 2015</a:t>
              </a:r>
            </a:p>
          </p:txBody>
        </p:sp>
      </p:grpSp>
      <p:sp>
        <p:nvSpPr>
          <p:cNvPr id="357" name="사각형: 둥근 모서리 81">
            <a:extLst>
              <a:ext uri="{FF2B5EF4-FFF2-40B4-BE49-F238E27FC236}">
                <a16:creationId xmlns:a16="http://schemas.microsoft.com/office/drawing/2014/main" id="{84688AFC-75C3-28CF-E77E-137D937A2AC5}"/>
              </a:ext>
            </a:extLst>
          </p:cNvPr>
          <p:cNvSpPr/>
          <p:nvPr/>
        </p:nvSpPr>
        <p:spPr>
          <a:xfrm>
            <a:off x="1825756" y="4489478"/>
            <a:ext cx="5127494" cy="253972"/>
          </a:xfrm>
          <a:prstGeom prst="rect">
            <a:avLst/>
          </a:prstGeom>
          <a:solidFill>
            <a:srgbClr val="8AA8C4"/>
          </a:solidFill>
          <a:ln w="3828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 latinLnBrk="0"/>
            <a:endParaRPr lang="ko-KR" altLang="en-US" b="1" kern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sp>
        <p:nvSpPr>
          <p:cNvPr id="358" name="텍스트 개체 틀 2">
            <a:extLst>
              <a:ext uri="{FF2B5EF4-FFF2-40B4-BE49-F238E27FC236}">
                <a16:creationId xmlns:a16="http://schemas.microsoft.com/office/drawing/2014/main" id="{395A2334-B1C2-928B-4EB9-C5D5B45B8446}"/>
              </a:ext>
            </a:extLst>
          </p:cNvPr>
          <p:cNvSpPr txBox="1">
            <a:spLocks/>
          </p:cNvSpPr>
          <p:nvPr/>
        </p:nvSpPr>
        <p:spPr>
          <a:xfrm>
            <a:off x="2060990" y="4539508"/>
            <a:ext cx="2058256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ko-KR" sz="100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ISO 45001 : 2018 </a:t>
            </a:r>
            <a:r>
              <a:rPr lang="ko-KR" altLang="en-US" sz="1000" dirty="0">
                <a:ln>
                  <a:solidFill>
                    <a:srgbClr val="576C8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안전보건경영시스템</a:t>
            </a:r>
          </a:p>
        </p:txBody>
      </p: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EFCADF15-FF0B-3880-502E-619CE7DE2B50}"/>
              </a:ext>
            </a:extLst>
          </p:cNvPr>
          <p:cNvGrpSpPr/>
          <p:nvPr/>
        </p:nvGrpSpPr>
        <p:grpSpPr>
          <a:xfrm>
            <a:off x="588685" y="4349064"/>
            <a:ext cx="1490193" cy="1911170"/>
            <a:chOff x="364626" y="4175957"/>
            <a:chExt cx="1617598" cy="2074569"/>
          </a:xfrm>
        </p:grpSpPr>
        <p:pic>
          <p:nvPicPr>
            <p:cNvPr id="360" name="그림 359">
              <a:extLst>
                <a:ext uri="{FF2B5EF4-FFF2-40B4-BE49-F238E27FC236}">
                  <a16:creationId xmlns:a16="http://schemas.microsoft.com/office/drawing/2014/main" id="{F0F84674-D33D-7D04-351C-42E492845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2047" t="9241" r="2819" b="1019"/>
            <a:stretch/>
          </p:blipFill>
          <p:spPr>
            <a:xfrm>
              <a:off x="511552" y="4340493"/>
              <a:ext cx="1202430" cy="1694103"/>
            </a:xfrm>
            <a:prstGeom prst="rect">
              <a:avLst/>
            </a:prstGeom>
          </p:spPr>
        </p:pic>
        <p:pic>
          <p:nvPicPr>
            <p:cNvPr id="361" name="그림 360" descr="사진 액자, 직사각형, 사각형, 스크린샷이(가) 표시된 사진&#10;&#10;자동 생성된 설명">
              <a:extLst>
                <a:ext uri="{FF2B5EF4-FFF2-40B4-BE49-F238E27FC236}">
                  <a16:creationId xmlns:a16="http://schemas.microsoft.com/office/drawing/2014/main" id="{507585D3-FFC4-744F-D60A-F0F5C6DE9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64626" y="4175957"/>
              <a:ext cx="1617598" cy="2074569"/>
            </a:xfrm>
            <a:prstGeom prst="rect">
              <a:avLst/>
            </a:prstGeom>
          </p:spPr>
        </p:pic>
      </p:grpSp>
      <p:grpSp>
        <p:nvGrpSpPr>
          <p:cNvPr id="362" name="그룹 361">
            <a:extLst>
              <a:ext uri="{FF2B5EF4-FFF2-40B4-BE49-F238E27FC236}">
                <a16:creationId xmlns:a16="http://schemas.microsoft.com/office/drawing/2014/main" id="{F7C7258C-7766-10C7-009D-66E145011D12}"/>
              </a:ext>
            </a:extLst>
          </p:cNvPr>
          <p:cNvGrpSpPr/>
          <p:nvPr/>
        </p:nvGrpSpPr>
        <p:grpSpPr>
          <a:xfrm>
            <a:off x="360629" y="1854640"/>
            <a:ext cx="1963602" cy="2518318"/>
            <a:chOff x="456083" y="1827000"/>
            <a:chExt cx="1817568" cy="2331028"/>
          </a:xfrm>
        </p:grpSpPr>
        <p:pic>
          <p:nvPicPr>
            <p:cNvPr id="363" name="그림 362" descr="텍스트이(가) 표시된 사진&#10;&#10;자동 생성된 설명">
              <a:extLst>
                <a:ext uri="{FF2B5EF4-FFF2-40B4-BE49-F238E27FC236}">
                  <a16:creationId xmlns:a16="http://schemas.microsoft.com/office/drawing/2014/main" id="{3923683D-AFAF-FEEE-D7A3-4421F8AB3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23587" y="2012456"/>
              <a:ext cx="1352245" cy="1902367"/>
            </a:xfrm>
            <a:prstGeom prst="rect">
              <a:avLst/>
            </a:prstGeom>
          </p:spPr>
        </p:pic>
        <p:pic>
          <p:nvPicPr>
            <p:cNvPr id="364" name="그림 363" descr="사진 액자, 직사각형, 사각형, 스크린샷이(가) 표시된 사진&#10;&#10;자동 생성된 설명">
              <a:extLst>
                <a:ext uri="{FF2B5EF4-FFF2-40B4-BE49-F238E27FC236}">
                  <a16:creationId xmlns:a16="http://schemas.microsoft.com/office/drawing/2014/main" id="{4BC090F5-2313-ABEF-2F0F-D1A7F5566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56083" y="1827000"/>
              <a:ext cx="1817568" cy="2331028"/>
            </a:xfrm>
            <a:prstGeom prst="rect">
              <a:avLst/>
            </a:prstGeom>
          </p:spPr>
        </p:pic>
      </p:grpSp>
      <p:pic>
        <p:nvPicPr>
          <p:cNvPr id="31" name="그림 30" descr="직사각형, 프레임, 사진 액자이(가) 표시된 사진&#10;&#10;자동 생성된 설명">
            <a:extLst>
              <a:ext uri="{FF2B5EF4-FFF2-40B4-BE49-F238E27FC236}">
                <a16:creationId xmlns:a16="http://schemas.microsoft.com/office/drawing/2014/main" id="{F88C2954-42B4-7E34-A545-8D6A3BCBCF8E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b="27108"/>
          <a:stretch/>
        </p:blipFill>
        <p:spPr>
          <a:xfrm>
            <a:off x="6492319" y="906615"/>
            <a:ext cx="5291832" cy="5390634"/>
          </a:xfrm>
          <a:custGeom>
            <a:avLst/>
            <a:gdLst>
              <a:gd name="connsiteX0" fmla="*/ 0 w 5669357"/>
              <a:gd name="connsiteY0" fmla="*/ 0 h 5398230"/>
              <a:gd name="connsiteX1" fmla="*/ 5669357 w 5669357"/>
              <a:gd name="connsiteY1" fmla="*/ 0 h 5398230"/>
              <a:gd name="connsiteX2" fmla="*/ 5669357 w 5669357"/>
              <a:gd name="connsiteY2" fmla="*/ 5398230 h 5398230"/>
              <a:gd name="connsiteX3" fmla="*/ 0 w 5669357"/>
              <a:gd name="connsiteY3" fmla="*/ 5398230 h 539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69357" h="5398230">
                <a:moveTo>
                  <a:pt x="0" y="0"/>
                </a:moveTo>
                <a:lnTo>
                  <a:pt x="5669357" y="0"/>
                </a:lnTo>
                <a:lnTo>
                  <a:pt x="5669357" y="5398230"/>
                </a:lnTo>
                <a:lnTo>
                  <a:pt x="0" y="5398230"/>
                </a:lnTo>
                <a:close/>
              </a:path>
            </a:pathLst>
          </a:custGeom>
        </p:spPr>
      </p:pic>
      <p:sp>
        <p:nvSpPr>
          <p:cNvPr id="299" name="사각형: 둥근 위쪽 모서리 219">
            <a:extLst>
              <a:ext uri="{FF2B5EF4-FFF2-40B4-BE49-F238E27FC236}">
                <a16:creationId xmlns:a16="http://schemas.microsoft.com/office/drawing/2014/main" id="{B079639A-6FAB-DC4D-8DB7-946BE65F942B}"/>
              </a:ext>
            </a:extLst>
          </p:cNvPr>
          <p:cNvSpPr/>
          <p:nvPr/>
        </p:nvSpPr>
        <p:spPr>
          <a:xfrm>
            <a:off x="6634472" y="1075933"/>
            <a:ext cx="4986027" cy="5228913"/>
          </a:xfrm>
          <a:prstGeom prst="round2SameRect">
            <a:avLst>
              <a:gd name="adj1" fmla="val 2546"/>
              <a:gd name="adj2" fmla="val 0"/>
            </a:avLst>
          </a:prstGeom>
          <a:solidFill>
            <a:schemeClr val="bg1"/>
          </a:solidFill>
          <a:ln w="3828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457200" latinLnBrk="0"/>
            <a:endParaRPr lang="ko-KR" altLang="en-US" b="1" kern="0">
              <a:ln>
                <a:solidFill>
                  <a:schemeClr val="bg1">
                    <a:alpha val="0"/>
                  </a:schemeClr>
                </a:solidFill>
              </a:ln>
              <a:solidFill>
                <a:prstClr val="black"/>
              </a:solidFill>
              <a:latin typeface="KoPub돋움체 Light"/>
              <a:ea typeface="KoPub돋움체 Medium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AE46AD5-5C03-928F-30E1-9156921733D7}"/>
              </a:ext>
            </a:extLst>
          </p:cNvPr>
          <p:cNvGrpSpPr/>
          <p:nvPr/>
        </p:nvGrpSpPr>
        <p:grpSpPr>
          <a:xfrm>
            <a:off x="6753839" y="1214437"/>
            <a:ext cx="4748035" cy="2843832"/>
            <a:chOff x="6397070" y="1214437"/>
            <a:chExt cx="4748035" cy="2843832"/>
          </a:xfrm>
        </p:grpSpPr>
        <p:sp>
          <p:nvSpPr>
            <p:cNvPr id="300" name="사각형: 둥근 위쪽 모서리 226">
              <a:extLst>
                <a:ext uri="{FF2B5EF4-FFF2-40B4-BE49-F238E27FC236}">
                  <a16:creationId xmlns:a16="http://schemas.microsoft.com/office/drawing/2014/main" id="{353DE126-BFB4-2E81-6EE9-62EDC08F9C0C}"/>
                </a:ext>
              </a:extLst>
            </p:cNvPr>
            <p:cNvSpPr/>
            <p:nvPr/>
          </p:nvSpPr>
          <p:spPr>
            <a:xfrm>
              <a:off x="6397070" y="1214437"/>
              <a:ext cx="4748035" cy="322095"/>
            </a:xfrm>
            <a:prstGeom prst="round2SameRect">
              <a:avLst/>
            </a:prstGeom>
            <a:solidFill>
              <a:srgbClr val="32B08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  <p:sp>
          <p:nvSpPr>
            <p:cNvPr id="301" name="사각형: 둥근 위쪽 모서리 227">
              <a:extLst>
                <a:ext uri="{FF2B5EF4-FFF2-40B4-BE49-F238E27FC236}">
                  <a16:creationId xmlns:a16="http://schemas.microsoft.com/office/drawing/2014/main" id="{DD175A71-0E9E-9685-8E92-66033D3FF7B9}"/>
                </a:ext>
              </a:extLst>
            </p:cNvPr>
            <p:cNvSpPr/>
            <p:nvPr/>
          </p:nvSpPr>
          <p:spPr>
            <a:xfrm>
              <a:off x="6397070" y="3736174"/>
              <a:ext cx="4748035" cy="322095"/>
            </a:xfrm>
            <a:prstGeom prst="round2SameRect">
              <a:avLst/>
            </a:prstGeom>
            <a:solidFill>
              <a:srgbClr val="32B08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  <p:sp>
          <p:nvSpPr>
            <p:cNvPr id="302" name="직사각형 301">
              <a:extLst>
                <a:ext uri="{FF2B5EF4-FFF2-40B4-BE49-F238E27FC236}">
                  <a16:creationId xmlns:a16="http://schemas.microsoft.com/office/drawing/2014/main" id="{7CFB71BF-4321-4759-4735-772EC43F86D0}"/>
                </a:ext>
              </a:extLst>
            </p:cNvPr>
            <p:cNvSpPr/>
            <p:nvPr/>
          </p:nvSpPr>
          <p:spPr>
            <a:xfrm>
              <a:off x="6715750" y="1269594"/>
              <a:ext cx="1897635" cy="2308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최근 </a:t>
              </a:r>
              <a:r>
                <a:rPr lang="en-US" altLang="ko-KR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</a:t>
              </a:r>
              <a:r>
                <a:rPr lang="ko-KR" altLang="en-US" sz="1500" spc="-3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년 공법선정 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실적</a:t>
              </a:r>
            </a:p>
          </p:txBody>
        </p:sp>
        <p:sp>
          <p:nvSpPr>
            <p:cNvPr id="303" name="직사각형 302">
              <a:extLst>
                <a:ext uri="{FF2B5EF4-FFF2-40B4-BE49-F238E27FC236}">
                  <a16:creationId xmlns:a16="http://schemas.microsoft.com/office/drawing/2014/main" id="{69C18EFE-B13E-49A8-2305-2F1BD2E5EABD}"/>
                </a:ext>
              </a:extLst>
            </p:cNvPr>
            <p:cNvSpPr/>
            <p:nvPr/>
          </p:nvSpPr>
          <p:spPr>
            <a:xfrm>
              <a:off x="6715750" y="3791331"/>
              <a:ext cx="2078133" cy="2308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최근 </a:t>
              </a:r>
              <a:r>
                <a:rPr lang="en-US" altLang="ko-KR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년 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FFFF00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건설신기술</a:t>
              </a:r>
              <a:r>
                <a:rPr lang="ko-KR" altLang="en-US" sz="15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 실적</a:t>
              </a:r>
            </a:p>
          </p:txBody>
        </p:sp>
        <p:sp>
          <p:nvSpPr>
            <p:cNvPr id="304" name="자유형: 도형 323">
              <a:extLst>
                <a:ext uri="{FF2B5EF4-FFF2-40B4-BE49-F238E27FC236}">
                  <a16:creationId xmlns:a16="http://schemas.microsoft.com/office/drawing/2014/main" id="{200CE66A-4283-775E-331C-A8F81F2A0B67}"/>
                </a:ext>
              </a:extLst>
            </p:cNvPr>
            <p:cNvSpPr/>
            <p:nvPr/>
          </p:nvSpPr>
          <p:spPr>
            <a:xfrm>
              <a:off x="6474283" y="3809113"/>
              <a:ext cx="176218" cy="176216"/>
            </a:xfrm>
            <a:custGeom>
              <a:avLst/>
              <a:gdLst>
                <a:gd name="connsiteX0" fmla="*/ 4067452 w 4067451"/>
                <a:gd name="connsiteY0" fmla="*/ 3140856 h 4067411"/>
                <a:gd name="connsiteX1" fmla="*/ 4067452 w 4067451"/>
                <a:gd name="connsiteY1" fmla="*/ 3634442 h 4067411"/>
                <a:gd name="connsiteX2" fmla="*/ 3893866 w 4067451"/>
                <a:gd name="connsiteY2" fmla="*/ 3832257 h 4067411"/>
                <a:gd name="connsiteX3" fmla="*/ 3310033 w 4067451"/>
                <a:gd name="connsiteY3" fmla="*/ 4067411 h 4067411"/>
                <a:gd name="connsiteX4" fmla="*/ 2919645 w 4067451"/>
                <a:gd name="connsiteY4" fmla="*/ 3924571 h 4067411"/>
                <a:gd name="connsiteX5" fmla="*/ 2671859 w 4067451"/>
                <a:gd name="connsiteY5" fmla="*/ 3829079 h 4067411"/>
                <a:gd name="connsiteX6" fmla="*/ 2424074 w 4067451"/>
                <a:gd name="connsiteY6" fmla="*/ 3924571 h 4067411"/>
                <a:gd name="connsiteX7" fmla="*/ 2033686 w 4067451"/>
                <a:gd name="connsiteY7" fmla="*/ 4067411 h 4067411"/>
                <a:gd name="connsiteX8" fmla="*/ 1643298 w 4067451"/>
                <a:gd name="connsiteY8" fmla="*/ 3924571 h 4067411"/>
                <a:gd name="connsiteX9" fmla="*/ 1395513 w 4067451"/>
                <a:gd name="connsiteY9" fmla="*/ 3829079 h 4067411"/>
                <a:gd name="connsiteX10" fmla="*/ 1147727 w 4067451"/>
                <a:gd name="connsiteY10" fmla="*/ 3924571 h 4067411"/>
                <a:gd name="connsiteX11" fmla="*/ 757339 w 4067451"/>
                <a:gd name="connsiteY11" fmla="*/ 4067411 h 4067411"/>
                <a:gd name="connsiteX12" fmla="*/ 366952 w 4067451"/>
                <a:gd name="connsiteY12" fmla="*/ 3924571 h 4067411"/>
                <a:gd name="connsiteX13" fmla="*/ 173585 w 4067451"/>
                <a:gd name="connsiteY13" fmla="*/ 3832337 h 4067411"/>
                <a:gd name="connsiteX14" fmla="*/ 0 w 4067451"/>
                <a:gd name="connsiteY14" fmla="*/ 3634521 h 4067411"/>
                <a:gd name="connsiteX15" fmla="*/ 0 w 4067451"/>
                <a:gd name="connsiteY15" fmla="*/ 3140936 h 4067411"/>
                <a:gd name="connsiteX16" fmla="*/ 232453 w 4067451"/>
                <a:gd name="connsiteY16" fmla="*/ 2945186 h 4067411"/>
                <a:gd name="connsiteX17" fmla="*/ 757339 w 4067451"/>
                <a:gd name="connsiteY17" fmla="*/ 3174064 h 4067411"/>
                <a:gd name="connsiteX18" fmla="*/ 1005125 w 4067451"/>
                <a:gd name="connsiteY18" fmla="*/ 3078572 h 4067411"/>
                <a:gd name="connsiteX19" fmla="*/ 1395513 w 4067451"/>
                <a:gd name="connsiteY19" fmla="*/ 2935732 h 4067411"/>
                <a:gd name="connsiteX20" fmla="*/ 1785900 w 4067451"/>
                <a:gd name="connsiteY20" fmla="*/ 3078572 h 4067411"/>
                <a:gd name="connsiteX21" fmla="*/ 2033686 w 4067451"/>
                <a:gd name="connsiteY21" fmla="*/ 3174064 h 4067411"/>
                <a:gd name="connsiteX22" fmla="*/ 2281472 w 4067451"/>
                <a:gd name="connsiteY22" fmla="*/ 3078572 h 4067411"/>
                <a:gd name="connsiteX23" fmla="*/ 2671859 w 4067451"/>
                <a:gd name="connsiteY23" fmla="*/ 2935732 h 4067411"/>
                <a:gd name="connsiteX24" fmla="*/ 3062247 w 4067451"/>
                <a:gd name="connsiteY24" fmla="*/ 3078572 h 4067411"/>
                <a:gd name="connsiteX25" fmla="*/ 3310033 w 4067451"/>
                <a:gd name="connsiteY25" fmla="*/ 3174064 h 4067411"/>
                <a:gd name="connsiteX26" fmla="*/ 3834919 w 4067451"/>
                <a:gd name="connsiteY26" fmla="*/ 2945186 h 4067411"/>
                <a:gd name="connsiteX27" fmla="*/ 3834919 w 4067451"/>
                <a:gd name="connsiteY27" fmla="*/ 2945186 h 4067411"/>
                <a:gd name="connsiteX28" fmla="*/ 4067372 w 4067451"/>
                <a:gd name="connsiteY28" fmla="*/ 3140936 h 4067411"/>
                <a:gd name="connsiteX29" fmla="*/ 441629 w 4067451"/>
                <a:gd name="connsiteY29" fmla="*/ 1896208 h 4067411"/>
                <a:gd name="connsiteX30" fmla="*/ 1892911 w 4067451"/>
                <a:gd name="connsiteY30" fmla="*/ 2647271 h 4067411"/>
                <a:gd name="connsiteX31" fmla="*/ 2174461 w 4067451"/>
                <a:gd name="connsiteY31" fmla="*/ 2647271 h 4067411"/>
                <a:gd name="connsiteX32" fmla="*/ 3318931 w 4067451"/>
                <a:gd name="connsiteY32" fmla="*/ 2055016 h 4067411"/>
                <a:gd name="connsiteX33" fmla="*/ 3265226 w 4067451"/>
                <a:gd name="connsiteY33" fmla="*/ 2172594 h 4067411"/>
                <a:gd name="connsiteX34" fmla="*/ 3324094 w 4067451"/>
                <a:gd name="connsiteY34" fmla="*/ 2330528 h 4067411"/>
                <a:gd name="connsiteX35" fmla="*/ 3482029 w 4067451"/>
                <a:gd name="connsiteY35" fmla="*/ 2271660 h 4067411"/>
                <a:gd name="connsiteX36" fmla="*/ 3678573 w 4067451"/>
                <a:gd name="connsiteY36" fmla="*/ 1841312 h 4067411"/>
                <a:gd name="connsiteX37" fmla="*/ 3587372 w 4067451"/>
                <a:gd name="connsiteY37" fmla="*/ 1672335 h 4067411"/>
                <a:gd name="connsiteX38" fmla="*/ 3117302 w 4067451"/>
                <a:gd name="connsiteY38" fmla="*/ 1606555 h 4067411"/>
                <a:gd name="connsiteX39" fmla="*/ 2982803 w 4067451"/>
                <a:gd name="connsiteY39" fmla="*/ 1708085 h 4067411"/>
                <a:gd name="connsiteX40" fmla="*/ 3084332 w 4067451"/>
                <a:gd name="connsiteY40" fmla="*/ 1842583 h 4067411"/>
                <a:gd name="connsiteX41" fmla="*/ 3184035 w 4067451"/>
                <a:gd name="connsiteY41" fmla="*/ 1856566 h 4067411"/>
                <a:gd name="connsiteX42" fmla="*/ 2065067 w 4067451"/>
                <a:gd name="connsiteY42" fmla="*/ 2435633 h 4067411"/>
                <a:gd name="connsiteX43" fmla="*/ 2002544 w 4067451"/>
                <a:gd name="connsiteY43" fmla="*/ 2435633 h 4067411"/>
                <a:gd name="connsiteX44" fmla="*/ 551262 w 4067451"/>
                <a:gd name="connsiteY44" fmla="*/ 1684569 h 4067411"/>
                <a:gd name="connsiteX45" fmla="*/ 390626 w 4067451"/>
                <a:gd name="connsiteY45" fmla="*/ 1735652 h 4067411"/>
                <a:gd name="connsiteX46" fmla="*/ 441708 w 4067451"/>
                <a:gd name="connsiteY46" fmla="*/ 1896288 h 4067411"/>
                <a:gd name="connsiteX47" fmla="*/ 2599804 w 4067451"/>
                <a:gd name="connsiteY47" fmla="*/ 1529098 h 4067411"/>
                <a:gd name="connsiteX48" fmla="*/ 2599804 w 4067451"/>
                <a:gd name="connsiteY48" fmla="*/ 1529098 h 4067411"/>
                <a:gd name="connsiteX49" fmla="*/ 2609099 w 4067451"/>
                <a:gd name="connsiteY49" fmla="*/ 880914 h 4067411"/>
                <a:gd name="connsiteX50" fmla="*/ 2179625 w 4067451"/>
                <a:gd name="connsiteY50" fmla="*/ 86872 h 4067411"/>
                <a:gd name="connsiteX51" fmla="*/ 1887668 w 4067451"/>
                <a:gd name="connsiteY51" fmla="*/ 86872 h 4067411"/>
                <a:gd name="connsiteX52" fmla="*/ 1458194 w 4067451"/>
                <a:gd name="connsiteY52" fmla="*/ 880914 h 4067411"/>
                <a:gd name="connsiteX53" fmla="*/ 1467489 w 4067451"/>
                <a:gd name="connsiteY53" fmla="*/ 1529098 h 4067411"/>
                <a:gd name="connsiteX54" fmla="*/ 2599724 w 4067451"/>
                <a:gd name="connsiteY54" fmla="*/ 1529098 h 406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067451" h="4067411">
                  <a:moveTo>
                    <a:pt x="4067452" y="3140856"/>
                  </a:moveTo>
                  <a:lnTo>
                    <a:pt x="4067452" y="3634442"/>
                  </a:lnTo>
                  <a:cubicBezTo>
                    <a:pt x="4067452" y="3734780"/>
                    <a:pt x="3992854" y="3819785"/>
                    <a:pt x="3893866" y="3832257"/>
                  </a:cubicBezTo>
                  <a:cubicBezTo>
                    <a:pt x="3693112" y="3857521"/>
                    <a:pt x="3644810" y="4067411"/>
                    <a:pt x="3310033" y="4067411"/>
                  </a:cubicBezTo>
                  <a:cubicBezTo>
                    <a:pt x="3110867" y="4067411"/>
                    <a:pt x="3004809" y="3988206"/>
                    <a:pt x="2919645" y="3924571"/>
                  </a:cubicBezTo>
                  <a:cubicBezTo>
                    <a:pt x="2845444" y="3869119"/>
                    <a:pt x="2791820" y="3829079"/>
                    <a:pt x="2671859" y="3829079"/>
                  </a:cubicBezTo>
                  <a:cubicBezTo>
                    <a:pt x="2551899" y="3829079"/>
                    <a:pt x="2498274" y="3869119"/>
                    <a:pt x="2424074" y="3924571"/>
                  </a:cubicBezTo>
                  <a:cubicBezTo>
                    <a:pt x="2338830" y="3988206"/>
                    <a:pt x="2232773" y="4067411"/>
                    <a:pt x="2033686" y="4067411"/>
                  </a:cubicBezTo>
                  <a:cubicBezTo>
                    <a:pt x="1834599" y="4067411"/>
                    <a:pt x="1728542" y="3988206"/>
                    <a:pt x="1643298" y="3924571"/>
                  </a:cubicBezTo>
                  <a:cubicBezTo>
                    <a:pt x="1569098" y="3869119"/>
                    <a:pt x="1515473" y="3829079"/>
                    <a:pt x="1395513" y="3829079"/>
                  </a:cubicBezTo>
                  <a:cubicBezTo>
                    <a:pt x="1275552" y="3829079"/>
                    <a:pt x="1221928" y="3869119"/>
                    <a:pt x="1147727" y="3924571"/>
                  </a:cubicBezTo>
                  <a:cubicBezTo>
                    <a:pt x="1062484" y="3988206"/>
                    <a:pt x="956426" y="4067411"/>
                    <a:pt x="757339" y="4067411"/>
                  </a:cubicBezTo>
                  <a:cubicBezTo>
                    <a:pt x="558253" y="4067411"/>
                    <a:pt x="452116" y="3988206"/>
                    <a:pt x="366952" y="3924571"/>
                  </a:cubicBezTo>
                  <a:cubicBezTo>
                    <a:pt x="305859" y="3878891"/>
                    <a:pt x="257557" y="3842823"/>
                    <a:pt x="173585" y="3832337"/>
                  </a:cubicBezTo>
                  <a:cubicBezTo>
                    <a:pt x="74677" y="3819943"/>
                    <a:pt x="0" y="3734859"/>
                    <a:pt x="0" y="3634521"/>
                  </a:cubicBezTo>
                  <a:lnTo>
                    <a:pt x="0" y="3140936"/>
                  </a:lnTo>
                  <a:cubicBezTo>
                    <a:pt x="0" y="3017560"/>
                    <a:pt x="111301" y="2923736"/>
                    <a:pt x="232453" y="2945186"/>
                  </a:cubicBezTo>
                  <a:cubicBezTo>
                    <a:pt x="499146" y="2992455"/>
                    <a:pt x="522980" y="3174064"/>
                    <a:pt x="757339" y="3174064"/>
                  </a:cubicBezTo>
                  <a:cubicBezTo>
                    <a:pt x="877300" y="3174064"/>
                    <a:pt x="930924" y="3134024"/>
                    <a:pt x="1005125" y="3078572"/>
                  </a:cubicBezTo>
                  <a:cubicBezTo>
                    <a:pt x="1090368" y="3014938"/>
                    <a:pt x="1196426" y="2935732"/>
                    <a:pt x="1395513" y="2935732"/>
                  </a:cubicBezTo>
                  <a:cubicBezTo>
                    <a:pt x="1594599" y="2935732"/>
                    <a:pt x="1700657" y="3014938"/>
                    <a:pt x="1785900" y="3078572"/>
                  </a:cubicBezTo>
                  <a:cubicBezTo>
                    <a:pt x="1860101" y="3134024"/>
                    <a:pt x="1913726" y="3174064"/>
                    <a:pt x="2033686" y="3174064"/>
                  </a:cubicBezTo>
                  <a:cubicBezTo>
                    <a:pt x="2153647" y="3174064"/>
                    <a:pt x="2207271" y="3134024"/>
                    <a:pt x="2281472" y="3078572"/>
                  </a:cubicBezTo>
                  <a:cubicBezTo>
                    <a:pt x="2366715" y="3014938"/>
                    <a:pt x="2472773" y="2935732"/>
                    <a:pt x="2671859" y="2935732"/>
                  </a:cubicBezTo>
                  <a:cubicBezTo>
                    <a:pt x="2870946" y="2935732"/>
                    <a:pt x="2977083" y="3014938"/>
                    <a:pt x="3062247" y="3078572"/>
                  </a:cubicBezTo>
                  <a:cubicBezTo>
                    <a:pt x="3136448" y="3134024"/>
                    <a:pt x="3190072" y="3174064"/>
                    <a:pt x="3310033" y="3174064"/>
                  </a:cubicBezTo>
                  <a:cubicBezTo>
                    <a:pt x="3544551" y="3174064"/>
                    <a:pt x="3568146" y="2992455"/>
                    <a:pt x="3834919" y="2945186"/>
                  </a:cubicBezTo>
                  <a:lnTo>
                    <a:pt x="3834919" y="2945186"/>
                  </a:lnTo>
                  <a:cubicBezTo>
                    <a:pt x="3955912" y="2923736"/>
                    <a:pt x="4067372" y="3017401"/>
                    <a:pt x="4067372" y="3140936"/>
                  </a:cubicBezTo>
                  <a:close/>
                  <a:moveTo>
                    <a:pt x="441629" y="1896208"/>
                  </a:moveTo>
                  <a:lnTo>
                    <a:pt x="1892911" y="2647271"/>
                  </a:lnTo>
                  <a:cubicBezTo>
                    <a:pt x="1981094" y="2692872"/>
                    <a:pt x="2086278" y="2692872"/>
                    <a:pt x="2174461" y="2647271"/>
                  </a:cubicBezTo>
                  <a:lnTo>
                    <a:pt x="3318931" y="2055016"/>
                  </a:lnTo>
                  <a:lnTo>
                    <a:pt x="3265226" y="2172594"/>
                  </a:lnTo>
                  <a:cubicBezTo>
                    <a:pt x="3237898" y="2232415"/>
                    <a:pt x="3264273" y="2303120"/>
                    <a:pt x="3324094" y="2330528"/>
                  </a:cubicBezTo>
                  <a:cubicBezTo>
                    <a:pt x="3383995" y="2357857"/>
                    <a:pt x="3454700" y="2331482"/>
                    <a:pt x="3482029" y="2271660"/>
                  </a:cubicBezTo>
                  <a:lnTo>
                    <a:pt x="3678573" y="1841312"/>
                  </a:lnTo>
                  <a:cubicBezTo>
                    <a:pt x="3713290" y="1767906"/>
                    <a:pt x="3666101" y="1683378"/>
                    <a:pt x="3587372" y="1672335"/>
                  </a:cubicBezTo>
                  <a:lnTo>
                    <a:pt x="3117302" y="1606555"/>
                  </a:lnTo>
                  <a:cubicBezTo>
                    <a:pt x="3052158" y="1597419"/>
                    <a:pt x="2991860" y="1642861"/>
                    <a:pt x="2982803" y="1708085"/>
                  </a:cubicBezTo>
                  <a:cubicBezTo>
                    <a:pt x="2973746" y="1773308"/>
                    <a:pt x="3019109" y="1833527"/>
                    <a:pt x="3084332" y="1842583"/>
                  </a:cubicBezTo>
                  <a:lnTo>
                    <a:pt x="3184035" y="1856566"/>
                  </a:lnTo>
                  <a:lnTo>
                    <a:pt x="2065067" y="2435633"/>
                  </a:lnTo>
                  <a:cubicBezTo>
                    <a:pt x="2045523" y="2445722"/>
                    <a:pt x="2022167" y="2445722"/>
                    <a:pt x="2002544" y="2435633"/>
                  </a:cubicBezTo>
                  <a:lnTo>
                    <a:pt x="551262" y="1684569"/>
                  </a:lnTo>
                  <a:cubicBezTo>
                    <a:pt x="492791" y="1654301"/>
                    <a:pt x="420894" y="1677181"/>
                    <a:pt x="390626" y="1735652"/>
                  </a:cubicBezTo>
                  <a:cubicBezTo>
                    <a:pt x="360358" y="1794123"/>
                    <a:pt x="383238" y="1866019"/>
                    <a:pt x="441708" y="1896288"/>
                  </a:cubicBezTo>
                  <a:close/>
                  <a:moveTo>
                    <a:pt x="2599804" y="1529098"/>
                  </a:moveTo>
                  <a:lnTo>
                    <a:pt x="2599804" y="1529098"/>
                  </a:lnTo>
                  <a:cubicBezTo>
                    <a:pt x="2716110" y="1327389"/>
                    <a:pt x="2719605" y="1085085"/>
                    <a:pt x="2609099" y="880914"/>
                  </a:cubicBezTo>
                  <a:lnTo>
                    <a:pt x="2179625" y="86872"/>
                  </a:lnTo>
                  <a:cubicBezTo>
                    <a:pt x="2116943" y="-28957"/>
                    <a:pt x="1950349" y="-28957"/>
                    <a:pt x="1887668" y="86872"/>
                  </a:cubicBezTo>
                  <a:lnTo>
                    <a:pt x="1458194" y="880914"/>
                  </a:lnTo>
                  <a:cubicBezTo>
                    <a:pt x="1347767" y="1085085"/>
                    <a:pt x="1351183" y="1327469"/>
                    <a:pt x="1467489" y="1529098"/>
                  </a:cubicBezTo>
                  <a:cubicBezTo>
                    <a:pt x="1719247" y="1965722"/>
                    <a:pt x="2347887" y="1965960"/>
                    <a:pt x="2599724" y="1529098"/>
                  </a:cubicBezTo>
                  <a:close/>
                </a:path>
              </a:pathLst>
            </a:custGeom>
            <a:solidFill>
              <a:schemeClr val="bg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  <p:sp>
          <p:nvSpPr>
            <p:cNvPr id="305" name="그래픽 325">
              <a:extLst>
                <a:ext uri="{FF2B5EF4-FFF2-40B4-BE49-F238E27FC236}">
                  <a16:creationId xmlns:a16="http://schemas.microsoft.com/office/drawing/2014/main" id="{283E23D8-0968-C65A-9383-3D9BA0FC2B55}"/>
                </a:ext>
              </a:extLst>
            </p:cNvPr>
            <p:cNvSpPr/>
            <p:nvPr/>
          </p:nvSpPr>
          <p:spPr>
            <a:xfrm>
              <a:off x="6477714" y="1290806"/>
              <a:ext cx="169356" cy="169356"/>
            </a:xfrm>
            <a:custGeom>
              <a:avLst/>
              <a:gdLst>
                <a:gd name="connsiteX0" fmla="*/ 4028861 w 4876871"/>
                <a:gd name="connsiteY0" fmla="*/ 3262563 h 4876859"/>
                <a:gd name="connsiteX1" fmla="*/ 3229237 w 4876871"/>
                <a:gd name="connsiteY1" fmla="*/ 4062186 h 4876859"/>
                <a:gd name="connsiteX2" fmla="*/ 790170 w 4876871"/>
                <a:gd name="connsiteY2" fmla="*/ 1592830 h 4876859"/>
                <a:gd name="connsiteX3" fmla="*/ 1596557 w 4876871"/>
                <a:gd name="connsiteY3" fmla="*/ 786444 h 4876859"/>
                <a:gd name="connsiteX4" fmla="*/ 4028861 w 4876871"/>
                <a:gd name="connsiteY4" fmla="*/ 3262468 h 4876859"/>
                <a:gd name="connsiteX5" fmla="*/ 588145 w 4876871"/>
                <a:gd name="connsiteY5" fmla="*/ 1390805 h 4876859"/>
                <a:gd name="connsiteX6" fmla="*/ 1395103 w 4876871"/>
                <a:gd name="connsiteY6" fmla="*/ 583847 h 4876859"/>
                <a:gd name="connsiteX7" fmla="*/ 975717 w 4876871"/>
                <a:gd name="connsiteY7" fmla="*/ 161985 h 4876859"/>
                <a:gd name="connsiteX8" fmla="*/ 167616 w 4876871"/>
                <a:gd name="connsiteY8" fmla="*/ 161985 h 4876859"/>
                <a:gd name="connsiteX9" fmla="*/ 167616 w 4876871"/>
                <a:gd name="connsiteY9" fmla="*/ 970086 h 4876859"/>
                <a:gd name="connsiteX10" fmla="*/ 588240 w 4876871"/>
                <a:gd name="connsiteY10" fmla="*/ 1390710 h 4876859"/>
                <a:gd name="connsiteX11" fmla="*/ 4507969 w 4876871"/>
                <a:gd name="connsiteY11" fmla="*/ 4306027 h 4876859"/>
                <a:gd name="connsiteX12" fmla="*/ 4203550 w 4876871"/>
                <a:gd name="connsiteY12" fmla="*/ 3491925 h 4876859"/>
                <a:gd name="connsiteX13" fmla="*/ 3476220 w 4876871"/>
                <a:gd name="connsiteY13" fmla="*/ 4219254 h 4876859"/>
                <a:gd name="connsiteX14" fmla="*/ 4355092 w 4876871"/>
                <a:gd name="connsiteY14" fmla="*/ 4557105 h 4876859"/>
                <a:gd name="connsiteX15" fmla="*/ 4674846 w 4876871"/>
                <a:gd name="connsiteY15" fmla="*/ 4876860 h 4876859"/>
                <a:gd name="connsiteX16" fmla="*/ 4876872 w 4876871"/>
                <a:gd name="connsiteY16" fmla="*/ 4674835 h 4876859"/>
                <a:gd name="connsiteX17" fmla="*/ 4508064 w 4876871"/>
                <a:gd name="connsiteY17" fmla="*/ 4306027 h 4876859"/>
                <a:gd name="connsiteX18" fmla="*/ 3651195 w 4876871"/>
                <a:gd name="connsiteY18" fmla="*/ 1630549 h 4876859"/>
                <a:gd name="connsiteX19" fmla="*/ 4628460 w 4876871"/>
                <a:gd name="connsiteY19" fmla="*/ 1461957 h 4876859"/>
                <a:gd name="connsiteX20" fmla="*/ 4794195 w 4876871"/>
                <a:gd name="connsiteY20" fmla="*/ 487549 h 4876859"/>
                <a:gd name="connsiteX21" fmla="*/ 4225552 w 4876871"/>
                <a:gd name="connsiteY21" fmla="*/ 1056192 h 4876859"/>
                <a:gd name="connsiteX22" fmla="*/ 3819787 w 4876871"/>
                <a:gd name="connsiteY22" fmla="*/ 653284 h 4876859"/>
                <a:gd name="connsiteX23" fmla="*/ 4388430 w 4876871"/>
                <a:gd name="connsiteY23" fmla="*/ 84642 h 4876859"/>
                <a:gd name="connsiteX24" fmla="*/ 3416880 w 4876871"/>
                <a:gd name="connsiteY24" fmla="*/ 250377 h 4876859"/>
                <a:gd name="connsiteX25" fmla="*/ 3248287 w 4876871"/>
                <a:gd name="connsiteY25" fmla="*/ 1224784 h 4876859"/>
                <a:gd name="connsiteX26" fmla="*/ 2836521 w 4876871"/>
                <a:gd name="connsiteY26" fmla="*/ 1640836 h 4876859"/>
                <a:gd name="connsiteX27" fmla="*/ 3237238 w 4876871"/>
                <a:gd name="connsiteY27" fmla="*/ 2048792 h 4876859"/>
                <a:gd name="connsiteX28" fmla="*/ 3651290 w 4876871"/>
                <a:gd name="connsiteY28" fmla="*/ 1630454 h 4876859"/>
                <a:gd name="connsiteX29" fmla="*/ 1627989 w 4876871"/>
                <a:gd name="connsiteY29" fmla="*/ 2847559 h 4876859"/>
                <a:gd name="connsiteX30" fmla="*/ 1232416 w 4876871"/>
                <a:gd name="connsiteY30" fmla="*/ 3241512 h 4876859"/>
                <a:gd name="connsiteX31" fmla="*/ 252294 w 4876871"/>
                <a:gd name="connsiteY31" fmla="*/ 3412962 h 4876859"/>
                <a:gd name="connsiteX32" fmla="*/ 83701 w 4876871"/>
                <a:gd name="connsiteY32" fmla="*/ 4387370 h 4876859"/>
                <a:gd name="connsiteX33" fmla="*/ 655201 w 4876871"/>
                <a:gd name="connsiteY33" fmla="*/ 3815870 h 4876859"/>
                <a:gd name="connsiteX34" fmla="*/ 1060966 w 4876871"/>
                <a:gd name="connsiteY34" fmla="*/ 4221635 h 4876859"/>
                <a:gd name="connsiteX35" fmla="*/ 489466 w 4876871"/>
                <a:gd name="connsiteY35" fmla="*/ 4793135 h 4876859"/>
                <a:gd name="connsiteX36" fmla="*/ 1463874 w 4876871"/>
                <a:gd name="connsiteY36" fmla="*/ 4624543 h 4876859"/>
                <a:gd name="connsiteX37" fmla="*/ 1635324 w 4876871"/>
                <a:gd name="connsiteY37" fmla="*/ 3644420 h 4876859"/>
                <a:gd name="connsiteX38" fmla="*/ 2029278 w 4876871"/>
                <a:gd name="connsiteY38" fmla="*/ 3253895 h 4876859"/>
                <a:gd name="connsiteX39" fmla="*/ 1627989 w 4876871"/>
                <a:gd name="connsiteY39" fmla="*/ 2847559 h 4876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4876871" h="4876859">
                  <a:moveTo>
                    <a:pt x="4028861" y="3262563"/>
                  </a:moveTo>
                  <a:lnTo>
                    <a:pt x="3229237" y="4062186"/>
                  </a:lnTo>
                  <a:lnTo>
                    <a:pt x="790170" y="1592830"/>
                  </a:lnTo>
                  <a:lnTo>
                    <a:pt x="1596557" y="786444"/>
                  </a:lnTo>
                  <a:lnTo>
                    <a:pt x="4028861" y="3262468"/>
                  </a:lnTo>
                  <a:close/>
                  <a:moveTo>
                    <a:pt x="588145" y="1390805"/>
                  </a:moveTo>
                  <a:lnTo>
                    <a:pt x="1395103" y="583847"/>
                  </a:lnTo>
                  <a:lnTo>
                    <a:pt x="975717" y="161985"/>
                  </a:lnTo>
                  <a:cubicBezTo>
                    <a:pt x="760167" y="-53852"/>
                    <a:pt x="383643" y="-54138"/>
                    <a:pt x="167616" y="161985"/>
                  </a:cubicBezTo>
                  <a:cubicBezTo>
                    <a:pt x="-56316" y="385822"/>
                    <a:pt x="-55364" y="747391"/>
                    <a:pt x="167616" y="970086"/>
                  </a:cubicBezTo>
                  <a:lnTo>
                    <a:pt x="588240" y="1390710"/>
                  </a:lnTo>
                  <a:close/>
                  <a:moveTo>
                    <a:pt x="4507969" y="4306027"/>
                  </a:moveTo>
                  <a:lnTo>
                    <a:pt x="4203550" y="3491925"/>
                  </a:lnTo>
                  <a:lnTo>
                    <a:pt x="3476220" y="4219254"/>
                  </a:lnTo>
                  <a:lnTo>
                    <a:pt x="4355092" y="4557105"/>
                  </a:lnTo>
                  <a:lnTo>
                    <a:pt x="4674846" y="4876860"/>
                  </a:lnTo>
                  <a:lnTo>
                    <a:pt x="4876872" y="4674835"/>
                  </a:lnTo>
                  <a:lnTo>
                    <a:pt x="4508064" y="4306027"/>
                  </a:lnTo>
                  <a:close/>
                  <a:moveTo>
                    <a:pt x="3651195" y="1630549"/>
                  </a:moveTo>
                  <a:cubicBezTo>
                    <a:pt x="3688342" y="1633407"/>
                    <a:pt x="4196977" y="1893439"/>
                    <a:pt x="4628460" y="1461957"/>
                  </a:cubicBezTo>
                  <a:cubicBezTo>
                    <a:pt x="4882777" y="1207639"/>
                    <a:pt x="4948500" y="816162"/>
                    <a:pt x="4794195" y="487549"/>
                  </a:cubicBezTo>
                  <a:cubicBezTo>
                    <a:pt x="4731330" y="550414"/>
                    <a:pt x="4225552" y="1056192"/>
                    <a:pt x="4225552" y="1056192"/>
                  </a:cubicBezTo>
                  <a:lnTo>
                    <a:pt x="3819787" y="653284"/>
                  </a:lnTo>
                  <a:cubicBezTo>
                    <a:pt x="3882652" y="593277"/>
                    <a:pt x="4388430" y="84642"/>
                    <a:pt x="4388430" y="84642"/>
                  </a:cubicBezTo>
                  <a:cubicBezTo>
                    <a:pt x="4062675" y="-72521"/>
                    <a:pt x="3671197" y="-6798"/>
                    <a:pt x="3416880" y="250377"/>
                  </a:cubicBezTo>
                  <a:cubicBezTo>
                    <a:pt x="2985397" y="681859"/>
                    <a:pt x="3245430" y="1187637"/>
                    <a:pt x="3248287" y="1224784"/>
                  </a:cubicBezTo>
                  <a:cubicBezTo>
                    <a:pt x="3239238" y="1233833"/>
                    <a:pt x="3065598" y="1412141"/>
                    <a:pt x="2836521" y="1640836"/>
                  </a:cubicBezTo>
                  <a:lnTo>
                    <a:pt x="3237238" y="2048792"/>
                  </a:lnTo>
                  <a:cubicBezTo>
                    <a:pt x="3456504" y="1829907"/>
                    <a:pt x="3626906" y="1654838"/>
                    <a:pt x="3651290" y="1630454"/>
                  </a:cubicBezTo>
                  <a:close/>
                  <a:moveTo>
                    <a:pt x="1627989" y="2847559"/>
                  </a:moveTo>
                  <a:cubicBezTo>
                    <a:pt x="1418725" y="3056537"/>
                    <a:pt x="1256038" y="3217890"/>
                    <a:pt x="1232416" y="3241512"/>
                  </a:cubicBezTo>
                  <a:cubicBezTo>
                    <a:pt x="1192411" y="3238655"/>
                    <a:pt x="689491" y="2975765"/>
                    <a:pt x="252294" y="3412962"/>
                  </a:cubicBezTo>
                  <a:cubicBezTo>
                    <a:pt x="-4881" y="3670137"/>
                    <a:pt x="-73461" y="4061615"/>
                    <a:pt x="83701" y="4387370"/>
                  </a:cubicBezTo>
                  <a:cubicBezTo>
                    <a:pt x="146566" y="4327363"/>
                    <a:pt x="655201" y="3815870"/>
                    <a:pt x="655201" y="3815870"/>
                  </a:cubicBezTo>
                  <a:lnTo>
                    <a:pt x="1060966" y="4221635"/>
                  </a:lnTo>
                  <a:cubicBezTo>
                    <a:pt x="998101" y="4281643"/>
                    <a:pt x="489466" y="4793135"/>
                    <a:pt x="489466" y="4793135"/>
                  </a:cubicBezTo>
                  <a:cubicBezTo>
                    <a:pt x="815221" y="4950298"/>
                    <a:pt x="1206699" y="4881718"/>
                    <a:pt x="1463874" y="4624543"/>
                  </a:cubicBezTo>
                  <a:cubicBezTo>
                    <a:pt x="1901071" y="4187345"/>
                    <a:pt x="1638181" y="3684425"/>
                    <a:pt x="1635324" y="3644420"/>
                  </a:cubicBezTo>
                  <a:cubicBezTo>
                    <a:pt x="1644182" y="3636419"/>
                    <a:pt x="1810393" y="3472113"/>
                    <a:pt x="2029278" y="3253895"/>
                  </a:cubicBezTo>
                  <a:lnTo>
                    <a:pt x="1627989" y="2847559"/>
                  </a:lnTo>
                  <a:close/>
                </a:path>
              </a:pathLst>
            </a:custGeom>
            <a:solidFill>
              <a:schemeClr val="bg1"/>
            </a:solidFill>
            <a:ln w="3828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457200" latinLnBrk="0"/>
              <a:endParaRPr lang="ko-KR" altLang="en-US" b="1" ker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Light"/>
                <a:ea typeface="KoPub돋움체 Medium"/>
              </a:endParaRPr>
            </a:p>
          </p:txBody>
        </p:sp>
      </p:grpSp>
      <p:grpSp>
        <p:nvGrpSpPr>
          <p:cNvPr id="306" name="그룹 305">
            <a:extLst>
              <a:ext uri="{FF2B5EF4-FFF2-40B4-BE49-F238E27FC236}">
                <a16:creationId xmlns:a16="http://schemas.microsoft.com/office/drawing/2014/main" id="{0E90ED16-3FC0-FC10-3523-DB50F106503D}"/>
              </a:ext>
            </a:extLst>
          </p:cNvPr>
          <p:cNvGrpSpPr/>
          <p:nvPr/>
        </p:nvGrpSpPr>
        <p:grpSpPr>
          <a:xfrm>
            <a:off x="10766936" y="1166496"/>
            <a:ext cx="594395" cy="370036"/>
            <a:chOff x="7854970" y="1125168"/>
            <a:chExt cx="594395" cy="370036"/>
          </a:xfrm>
        </p:grpSpPr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895ACEFF-348A-C6C3-2A7C-7B0A8F5F21E8}"/>
                </a:ext>
              </a:extLst>
            </p:cNvPr>
            <p:cNvSpPr/>
            <p:nvPr/>
          </p:nvSpPr>
          <p:spPr>
            <a:xfrm>
              <a:off x="7854971" y="1125872"/>
              <a:ext cx="594394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 extrusionH="6350" contourW="76200">
                <a:contourClr>
                  <a:srgbClr val="32B081"/>
                </a:contourClr>
              </a:sp3d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44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</a:t>
              </a:r>
            </a:p>
          </p:txBody>
        </p:sp>
        <p:sp>
          <p:nvSpPr>
            <p:cNvPr id="308" name="직사각형 307">
              <a:extLst>
                <a:ext uri="{FF2B5EF4-FFF2-40B4-BE49-F238E27FC236}">
                  <a16:creationId xmlns:a16="http://schemas.microsoft.com/office/drawing/2014/main" id="{0B9D6135-8F0E-EEC6-A263-AB403855DF72}"/>
                </a:ext>
              </a:extLst>
            </p:cNvPr>
            <p:cNvSpPr/>
            <p:nvPr/>
          </p:nvSpPr>
          <p:spPr>
            <a:xfrm>
              <a:off x="7854970" y="1125168"/>
              <a:ext cx="594394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44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</a:t>
              </a:r>
            </a:p>
          </p:txBody>
        </p:sp>
      </p:grp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F94C2671-021F-031B-B5AB-0155F9833089}"/>
              </a:ext>
            </a:extLst>
          </p:cNvPr>
          <p:cNvGrpSpPr/>
          <p:nvPr/>
        </p:nvGrpSpPr>
        <p:grpSpPr>
          <a:xfrm>
            <a:off x="10318222" y="3688937"/>
            <a:ext cx="1043109" cy="376996"/>
            <a:chOff x="7406256" y="3580932"/>
            <a:chExt cx="1043109" cy="376996"/>
          </a:xfrm>
        </p:grpSpPr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3B1FDAAE-96EA-22FA-0245-36D349B44ED2}"/>
                </a:ext>
              </a:extLst>
            </p:cNvPr>
            <p:cNvSpPr/>
            <p:nvPr/>
          </p:nvSpPr>
          <p:spPr>
            <a:xfrm>
              <a:off x="7408694" y="3580932"/>
              <a:ext cx="1040671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  <a:scene3d>
                <a:camera prst="orthographicFront"/>
                <a:lightRig rig="threePt" dir="t"/>
              </a:scene3d>
              <a:sp3d extrusionH="6350" contourW="76200">
                <a:contourClr>
                  <a:srgbClr val="32B081"/>
                </a:contourClr>
              </a:sp3d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9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 </a:t>
              </a:r>
              <a:r>
                <a:rPr lang="en-US" altLang="ko-KR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rgbClr val="32B08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31EA</a:t>
              </a:r>
            </a:p>
          </p:txBody>
        </p:sp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B1EF4EE9-58E1-3C5D-D069-2239CE31C7AD}"/>
                </a:ext>
              </a:extLst>
            </p:cNvPr>
            <p:cNvSpPr/>
            <p:nvPr/>
          </p:nvSpPr>
          <p:spPr>
            <a:xfrm>
              <a:off x="7406256" y="3588596"/>
              <a:ext cx="1040671" cy="369332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marL="0" lvl="2" algn="r" defTabSz="914400">
                <a:spcBef>
                  <a:spcPts val="1000"/>
                </a:spcBef>
                <a:buClr>
                  <a:prstClr val="black">
                    <a:lumMod val="65000"/>
                    <a:lumOff val="35000"/>
                  </a:prstClr>
                </a:buClr>
                <a:buSzPct val="100000"/>
                <a:defRPr/>
              </a:pPr>
              <a:r>
                <a:rPr lang="en-US" altLang="ko-KR" sz="2400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9</a:t>
              </a:r>
              <a:r>
                <a:rPr lang="ko-KR" altLang="en-US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건 </a:t>
              </a:r>
              <a:r>
                <a:rPr lang="en-US" altLang="ko-KR" spc="-30" dirty="0">
                  <a:ln>
                    <a:solidFill>
                      <a:srgbClr val="576C87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에스코어 드림 6 Bold" panose="020B0703030302020204" pitchFamily="34" charset="-127"/>
                  <a:ea typeface="에스코어 드림 6 Bold" panose="020B0703030302020204" pitchFamily="34" charset="-127"/>
                </a:rPr>
                <a:t>31EA</a:t>
              </a:r>
            </a:p>
          </p:txBody>
        </p:sp>
      </p:grpSp>
      <p:graphicFrame>
        <p:nvGraphicFramePr>
          <p:cNvPr id="312" name="표 311">
            <a:extLst>
              <a:ext uri="{FF2B5EF4-FFF2-40B4-BE49-F238E27FC236}">
                <a16:creationId xmlns:a16="http://schemas.microsoft.com/office/drawing/2014/main" id="{CAA16519-3DD6-7078-AF19-0F0E2914CF1F}"/>
              </a:ext>
            </a:extLst>
          </p:cNvPr>
          <p:cNvGraphicFramePr>
            <a:graphicFrameLocks noGrp="1"/>
          </p:cNvGraphicFramePr>
          <p:nvPr/>
        </p:nvGraphicFramePr>
        <p:xfrm>
          <a:off x="6753838" y="4058271"/>
          <a:ext cx="4747665" cy="20693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879">
                  <a:extLst>
                    <a:ext uri="{9D8B030D-6E8A-4147-A177-3AD203B41FA5}">
                      <a16:colId xmlns:a16="http://schemas.microsoft.com/office/drawing/2014/main" val="2233716330"/>
                    </a:ext>
                  </a:extLst>
                </a:gridCol>
                <a:gridCol w="499621">
                  <a:extLst>
                    <a:ext uri="{9D8B030D-6E8A-4147-A177-3AD203B41FA5}">
                      <a16:colId xmlns:a16="http://schemas.microsoft.com/office/drawing/2014/main" val="732548318"/>
                    </a:ext>
                  </a:extLst>
                </a:gridCol>
                <a:gridCol w="2024673">
                  <a:extLst>
                    <a:ext uri="{9D8B030D-6E8A-4147-A177-3AD203B41FA5}">
                      <a16:colId xmlns:a16="http://schemas.microsoft.com/office/drawing/2014/main" val="3105871009"/>
                    </a:ext>
                  </a:extLst>
                </a:gridCol>
                <a:gridCol w="247531">
                  <a:extLst>
                    <a:ext uri="{9D8B030D-6E8A-4147-A177-3AD203B41FA5}">
                      <a16:colId xmlns:a16="http://schemas.microsoft.com/office/drawing/2014/main" val="874758328"/>
                    </a:ext>
                  </a:extLst>
                </a:gridCol>
                <a:gridCol w="622000">
                  <a:extLst>
                    <a:ext uri="{9D8B030D-6E8A-4147-A177-3AD203B41FA5}">
                      <a16:colId xmlns:a16="http://schemas.microsoft.com/office/drawing/2014/main" val="2315589749"/>
                    </a:ext>
                  </a:extLst>
                </a:gridCol>
                <a:gridCol w="560558">
                  <a:extLst>
                    <a:ext uri="{9D8B030D-6E8A-4147-A177-3AD203B41FA5}">
                      <a16:colId xmlns:a16="http://schemas.microsoft.com/office/drawing/2014/main" val="1360150619"/>
                    </a:ext>
                  </a:extLst>
                </a:gridCol>
                <a:gridCol w="541403">
                  <a:extLst>
                    <a:ext uri="{9D8B030D-6E8A-4147-A177-3AD203B41FA5}">
                      <a16:colId xmlns:a16="http://schemas.microsoft.com/office/drawing/2014/main" val="344827025"/>
                    </a:ext>
                  </a:extLst>
                </a:gridCol>
              </a:tblGrid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번호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관경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사 업 명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시공년월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발주처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도급사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91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800A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구미광역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원호계통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송수관로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이설공사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2024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11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태강건설㈜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441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800A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고성 월평지구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지장관로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이설공사 중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부단수차단공사</a:t>
                      </a:r>
                      <a:endParaRPr lang="ko-KR" altLang="en-US" sz="700" b="1" kern="1200" spc="-7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원우건설㈜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442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2200A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공공기여 대상사업 직접제공시설공사 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공구중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차단 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청담공원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,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탄천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700" b="1" kern="1200" spc="-7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현대건설</a:t>
                      </a:r>
                      <a:r>
                        <a:rPr lang="en-US" altLang="ko-KR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주</a:t>
                      </a:r>
                      <a:r>
                        <a:rPr lang="en-US" altLang="ko-KR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br>
                        <a:rPr lang="en-US" altLang="ko-KR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</a:br>
                      <a:r>
                        <a:rPr lang="ko-KR" altLang="en-US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공공기여 직접제공시설 </a:t>
                      </a:r>
                      <a:r>
                        <a:rPr lang="en-US" altLang="ko-KR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  <a:r>
                        <a:rPr lang="ko-KR" altLang="en-US" sz="5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</a:t>
                      </a:r>
                      <a:endParaRPr lang="en-US" altLang="ko-KR" sz="5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현대건설㈜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27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1800A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전주권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도수관로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대아댐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비상연계시설 개선공사 중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차단공사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2023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학강건설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69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1800A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수도권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(IV)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광역상수도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시화안산계통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복선화사업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시설공사중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차단 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7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극동건설㈜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589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1650A</a:t>
                      </a: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광양공업용수도개량공사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중 상수도공사 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700" b="1" kern="1200" spc="-70" baseline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부단수차단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700" b="1" kern="1200" spc="-7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㈜</a:t>
                      </a:r>
                      <a:r>
                        <a:rPr lang="ko-KR" altLang="en-US" sz="6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케이씨씨건설</a:t>
                      </a:r>
                      <a:endParaRPr lang="ko-KR" altLang="en-US" sz="6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698002"/>
                  </a:ext>
                </a:extLst>
              </a:tr>
              <a:tr h="226529">
                <a:tc>
                  <a:txBody>
                    <a:bodyPr/>
                    <a:lstStyle/>
                    <a:p>
                      <a:pPr algn="ctr" fontAlgn="ctr"/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endParaRPr lang="ko-KR" altLang="en-US" sz="700" b="1" kern="1200" spc="-7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255700"/>
                  </a:ext>
                </a:extLst>
              </a:tr>
              <a:tr h="2052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9</a:t>
                      </a:r>
                    </a:p>
                  </a:txBody>
                  <a:tcPr marL="36000" marR="3600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1500A 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충남서부권 광역상수도사업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태안계통</a:t>
                      </a:r>
                      <a:r>
                        <a:rPr lang="en-US" altLang="ko-KR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700" b="1" kern="1200" spc="-7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및 추가사업 시설공사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2024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12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㈜흥화</a:t>
                      </a:r>
                    </a:p>
                  </a:txBody>
                  <a:tcPr marL="36000" marR="36000" marT="28800" marB="2880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0973359"/>
                  </a:ext>
                </a:extLst>
              </a:tr>
            </a:tbl>
          </a:graphicData>
        </a:graphic>
      </p:graphicFrame>
      <p:graphicFrame>
        <p:nvGraphicFramePr>
          <p:cNvPr id="314" name="표 313">
            <a:extLst>
              <a:ext uri="{FF2B5EF4-FFF2-40B4-BE49-F238E27FC236}">
                <a16:creationId xmlns:a16="http://schemas.microsoft.com/office/drawing/2014/main" id="{8E81854D-5777-D5C5-CC8C-C3DD16C197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254352"/>
              </p:ext>
            </p:extLst>
          </p:nvPr>
        </p:nvGraphicFramePr>
        <p:xfrm>
          <a:off x="6753839" y="1529233"/>
          <a:ext cx="4748036" cy="1924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998">
                  <a:extLst>
                    <a:ext uri="{9D8B030D-6E8A-4147-A177-3AD203B41FA5}">
                      <a16:colId xmlns:a16="http://schemas.microsoft.com/office/drawing/2014/main" val="2233716330"/>
                    </a:ext>
                  </a:extLst>
                </a:gridCol>
                <a:gridCol w="2620763">
                  <a:extLst>
                    <a:ext uri="{9D8B030D-6E8A-4147-A177-3AD203B41FA5}">
                      <a16:colId xmlns:a16="http://schemas.microsoft.com/office/drawing/2014/main" val="3105871009"/>
                    </a:ext>
                  </a:extLst>
                </a:gridCol>
                <a:gridCol w="636966">
                  <a:extLst>
                    <a:ext uri="{9D8B030D-6E8A-4147-A177-3AD203B41FA5}">
                      <a16:colId xmlns:a16="http://schemas.microsoft.com/office/drawing/2014/main" val="2315589749"/>
                    </a:ext>
                  </a:extLst>
                </a:gridCol>
                <a:gridCol w="684366">
                  <a:extLst>
                    <a:ext uri="{9D8B030D-6E8A-4147-A177-3AD203B41FA5}">
                      <a16:colId xmlns:a16="http://schemas.microsoft.com/office/drawing/2014/main" val="1360150619"/>
                    </a:ext>
                  </a:extLst>
                </a:gridCol>
                <a:gridCol w="553943">
                  <a:extLst>
                    <a:ext uri="{9D8B030D-6E8A-4147-A177-3AD203B41FA5}">
                      <a16:colId xmlns:a16="http://schemas.microsoft.com/office/drawing/2014/main" val="344827025"/>
                    </a:ext>
                  </a:extLst>
                </a:gridCol>
              </a:tblGrid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번호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사 업 명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선정년월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발주처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kern="1200" spc="-3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96460">
                                <a:prstClr val="white"/>
                              </a:gs>
                              <a:gs pos="72000">
                                <a:prstClr val="white"/>
                              </a:gs>
                            </a:gsLst>
                            <a:lin ang="5400000" scaled="1"/>
                          </a:gra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관경</a:t>
                      </a:r>
                      <a:endParaRPr lang="ko-KR" altLang="en-US" sz="800" kern="1200" spc="-3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96460">
                              <a:prstClr val="white"/>
                            </a:gs>
                            <a:gs pos="72000">
                              <a:prstClr val="white"/>
                            </a:gs>
                          </a:gsLst>
                          <a:lin ang="5400000" scaled="1"/>
                        </a:gra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solidFill>
                      <a:srgbClr val="3C4D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591105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충남서부권 광역상수도사업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제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태안계통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및 추가사업 시설공사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2023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9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D800 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567930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옥회천 지방하천 정비공사 지장관로 이설공사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2023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9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D800 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外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127188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3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고덕 일반산단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차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용수공급시설 건설사업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(1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 광역분기점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2024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7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D2600</a:t>
                      </a:r>
                      <a:endParaRPr lang="en-US" altLang="ko-KR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313036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전주권 광역상수도 관로 복선화사업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(1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A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구간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(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 차단 공법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10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D2400</a:t>
                      </a:r>
                      <a:endParaRPr kumimoji="0" lang="en-US" altLang="ko-KR" sz="8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5596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0105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전주권 광역상수도 관로 복선화사업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(1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공구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B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구간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(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부단수 차단 공법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10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D2300</a:t>
                      </a:r>
                      <a:endParaRPr kumimoji="0" lang="en-US" altLang="ko-KR" sz="8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5596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361368"/>
                  </a:ext>
                </a:extLst>
              </a:tr>
              <a:tr h="24264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6</a:t>
                      </a:r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안양 </a:t>
                      </a:r>
                      <a:r>
                        <a:rPr lang="ko-KR" altLang="en-US" sz="800" b="1" kern="1200" spc="-5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인덕원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 주변 도시개발사업 부지조성공사</a:t>
                      </a: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2025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7</a:t>
                      </a:r>
                      <a:r>
                        <a:rPr lang="ko-KR" altLang="en-US" sz="8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1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경기주택도시공사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D2200</a:t>
                      </a:r>
                      <a:endParaRPr kumimoji="0" lang="en-US" altLang="ko-KR" sz="8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5596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844925"/>
                  </a:ext>
                </a:extLst>
              </a:tr>
              <a:tr h="242646">
                <a:tc>
                  <a:txBody>
                    <a:bodyPr/>
                    <a:lstStyle/>
                    <a:p>
                      <a:pPr algn="ctr" fontAlgn="ctr"/>
                      <a:endParaRPr lang="en-US" altLang="ko-KR" sz="800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95000"/>
                                <a:lumOff val="5000"/>
                              </a:schemeClr>
                            </a:gs>
                            <a:gs pos="100000">
                              <a:schemeClr val="tx1">
                                <a:lumMod val="95000"/>
                                <a:lumOff val="5000"/>
                              </a:schemeClr>
                            </a:gs>
                          </a:gsLst>
                          <a:lin ang="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1" i="0" u="none" strike="noStrike" kern="1200" cap="none" spc="-50" normalizeH="0" baseline="0" noProof="0" dirty="0">
                        <a:ln>
                          <a:solidFill>
                            <a:prstClr val="white">
                              <a:alpha val="0"/>
                            </a:prstClr>
                          </a:solidFill>
                        </a:ln>
                        <a:solidFill>
                          <a:srgbClr val="005596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387732"/>
                  </a:ext>
                </a:extLst>
              </a:tr>
              <a:tr h="20557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kern="1200" spc="-5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  <a:gs pos="100000">
                                <a:schemeClr val="tx1">
                                  <a:lumMod val="95000"/>
                                  <a:lumOff val="5000"/>
                                </a:schemeClr>
                              </a:gs>
                            </a:gsLst>
                            <a:lin ang="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44</a:t>
                      </a:r>
                    </a:p>
                  </a:txBody>
                  <a:tcPr marL="0" marR="0" marT="28800" marB="28800" anchor="ctr">
                    <a:lnL w="12700" cmpd="sng">
                      <a:noFill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수도권광역상수도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(Ⅰ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 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잠원동구간 관로 이설사업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(2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차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)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36000" marR="0" marT="28800" marB="28800" anchor="ctr"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2026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년 </a:t>
                      </a: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5</a:t>
                      </a:r>
                      <a:r>
                        <a:rPr lang="ko-KR" altLang="en-US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월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spc="-5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rgbClr val="005596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K-water</a:t>
                      </a:r>
                      <a:endParaRPr lang="ko-KR" altLang="en-US" sz="800" b="1" kern="1200" spc="-5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rgbClr val="005596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KoPubWorld돋움체 Medium" panose="00000600000000000000" pitchFamily="2" charset="-127"/>
                      </a:endParaRP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-50" normalizeH="0" baseline="0" noProof="0" dirty="0">
                          <a:ln>
                            <a:solidFill>
                              <a:prstClr val="white">
                                <a:alpha val="0"/>
                              </a:prstClr>
                            </a:solidFill>
                          </a:ln>
                          <a:solidFill>
                            <a:srgbClr val="005596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KoPubWorld돋움체 Medium" panose="00000600000000000000" pitchFamily="2" charset="-127"/>
                        </a:rPr>
                        <a:t>D2200</a:t>
                      </a:r>
                    </a:p>
                  </a:txBody>
                  <a:tcPr marL="0" marR="0" marT="28800" marB="28800" anchor="ctr">
                    <a:lnL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47867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C5A31B39-05D5-D39E-1130-FA01714C9CB9}"/>
              </a:ext>
            </a:extLst>
          </p:cNvPr>
          <p:cNvGrpSpPr/>
          <p:nvPr/>
        </p:nvGrpSpPr>
        <p:grpSpPr>
          <a:xfrm>
            <a:off x="6764217" y="3069987"/>
            <a:ext cx="4748036" cy="132856"/>
            <a:chOff x="792581" y="7794910"/>
            <a:chExt cx="6192000" cy="360001"/>
          </a:xfrm>
        </p:grpSpPr>
        <p:sp>
          <p:nvSpPr>
            <p:cNvPr id="3" name="Freeform 15">
              <a:extLst>
                <a:ext uri="{FF2B5EF4-FFF2-40B4-BE49-F238E27FC236}">
                  <a16:creationId xmlns:a16="http://schemas.microsoft.com/office/drawing/2014/main" id="{C05BA8C7-1B08-B1C8-BF80-99F5C3F62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81" y="7794910"/>
              <a:ext cx="6192000" cy="360000"/>
            </a:xfrm>
            <a:custGeom>
              <a:avLst/>
              <a:gdLst>
                <a:gd name="T0" fmla="*/ 0 w 1610"/>
                <a:gd name="T1" fmla="*/ 74 h 125"/>
                <a:gd name="T2" fmla="*/ 403 w 1610"/>
                <a:gd name="T3" fmla="*/ 125 h 125"/>
                <a:gd name="T4" fmla="*/ 1208 w 1610"/>
                <a:gd name="T5" fmla="*/ 23 h 125"/>
                <a:gd name="T6" fmla="*/ 1610 w 1610"/>
                <a:gd name="T7" fmla="*/ 74 h 125"/>
                <a:gd name="T8" fmla="*/ 1610 w 1610"/>
                <a:gd name="T9" fmla="*/ 51 h 125"/>
                <a:gd name="T10" fmla="*/ 1208 w 1610"/>
                <a:gd name="T11" fmla="*/ 0 h 125"/>
                <a:gd name="T12" fmla="*/ 403 w 1610"/>
                <a:gd name="T13" fmla="*/ 102 h 125"/>
                <a:gd name="T14" fmla="*/ 0 w 1610"/>
                <a:gd name="T15" fmla="*/ 51 h 125"/>
                <a:gd name="T16" fmla="*/ 0 w 1610"/>
                <a:gd name="T17" fmla="*/ 7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10" h="125">
                  <a:moveTo>
                    <a:pt x="0" y="74"/>
                  </a:moveTo>
                  <a:cubicBezTo>
                    <a:pt x="101" y="99"/>
                    <a:pt x="202" y="125"/>
                    <a:pt x="403" y="125"/>
                  </a:cubicBezTo>
                  <a:cubicBezTo>
                    <a:pt x="805" y="125"/>
                    <a:pt x="805" y="23"/>
                    <a:pt x="1208" y="23"/>
                  </a:cubicBezTo>
                  <a:cubicBezTo>
                    <a:pt x="1409" y="23"/>
                    <a:pt x="1510" y="48"/>
                    <a:pt x="1610" y="74"/>
                  </a:cubicBezTo>
                  <a:cubicBezTo>
                    <a:pt x="1610" y="51"/>
                    <a:pt x="1610" y="51"/>
                    <a:pt x="1610" y="51"/>
                  </a:cubicBezTo>
                  <a:cubicBezTo>
                    <a:pt x="1510" y="26"/>
                    <a:pt x="1409" y="0"/>
                    <a:pt x="1208" y="0"/>
                  </a:cubicBezTo>
                  <a:cubicBezTo>
                    <a:pt x="805" y="0"/>
                    <a:pt x="805" y="102"/>
                    <a:pt x="403" y="102"/>
                  </a:cubicBezTo>
                  <a:cubicBezTo>
                    <a:pt x="202" y="102"/>
                    <a:pt x="101" y="77"/>
                    <a:pt x="0" y="51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89617" tIns="44809" rIns="89617" bIns="448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9245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506" b="0" i="0" u="none" strike="noStrike" kern="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00FD5849-B841-4F77-939A-F2425C5D957F}"/>
                </a:ext>
              </a:extLst>
            </p:cNvPr>
            <p:cNvGrpSpPr/>
            <p:nvPr/>
          </p:nvGrpSpPr>
          <p:grpSpPr>
            <a:xfrm>
              <a:off x="792581" y="7794911"/>
              <a:ext cx="6192000" cy="360000"/>
              <a:chOff x="5821363" y="6462713"/>
              <a:chExt cx="6035675" cy="469900"/>
            </a:xfrm>
          </p:grpSpPr>
          <p:sp>
            <p:nvSpPr>
              <p:cNvPr id="5" name="Freeform 16">
                <a:extLst>
                  <a:ext uri="{FF2B5EF4-FFF2-40B4-BE49-F238E27FC236}">
                    <a16:creationId xmlns:a16="http://schemas.microsoft.com/office/drawing/2014/main" id="{03F19A43-36EB-84EE-607B-17363F08E4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462713"/>
                <a:ext cx="6035675" cy="382588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7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6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9" name="Freeform 17">
                <a:extLst>
                  <a:ext uri="{FF2B5EF4-FFF2-40B4-BE49-F238E27FC236}">
                    <a16:creationId xmlns:a16="http://schemas.microsoft.com/office/drawing/2014/main" id="{6B1C5854-6742-0A3F-94B2-544A8BEDA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548436"/>
                <a:ext cx="6035675" cy="384177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6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5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3C02C60F-F205-84AD-D069-151897D75893}"/>
              </a:ext>
            </a:extLst>
          </p:cNvPr>
          <p:cNvGrpSpPr/>
          <p:nvPr/>
        </p:nvGrpSpPr>
        <p:grpSpPr>
          <a:xfrm>
            <a:off x="6764217" y="5688483"/>
            <a:ext cx="4748036" cy="132856"/>
            <a:chOff x="792581" y="7794910"/>
            <a:chExt cx="6192000" cy="360001"/>
          </a:xfrm>
        </p:grpSpPr>
        <p:sp>
          <p:nvSpPr>
            <p:cNvPr id="11" name="Freeform 15">
              <a:extLst>
                <a:ext uri="{FF2B5EF4-FFF2-40B4-BE49-F238E27FC236}">
                  <a16:creationId xmlns:a16="http://schemas.microsoft.com/office/drawing/2014/main" id="{7375E78A-1C03-7F37-0B12-E0560B18B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81" y="7794910"/>
              <a:ext cx="6192000" cy="360000"/>
            </a:xfrm>
            <a:custGeom>
              <a:avLst/>
              <a:gdLst>
                <a:gd name="T0" fmla="*/ 0 w 1610"/>
                <a:gd name="T1" fmla="*/ 74 h 125"/>
                <a:gd name="T2" fmla="*/ 403 w 1610"/>
                <a:gd name="T3" fmla="*/ 125 h 125"/>
                <a:gd name="T4" fmla="*/ 1208 w 1610"/>
                <a:gd name="T5" fmla="*/ 23 h 125"/>
                <a:gd name="T6" fmla="*/ 1610 w 1610"/>
                <a:gd name="T7" fmla="*/ 74 h 125"/>
                <a:gd name="T8" fmla="*/ 1610 w 1610"/>
                <a:gd name="T9" fmla="*/ 51 h 125"/>
                <a:gd name="T10" fmla="*/ 1208 w 1610"/>
                <a:gd name="T11" fmla="*/ 0 h 125"/>
                <a:gd name="T12" fmla="*/ 403 w 1610"/>
                <a:gd name="T13" fmla="*/ 102 h 125"/>
                <a:gd name="T14" fmla="*/ 0 w 1610"/>
                <a:gd name="T15" fmla="*/ 51 h 125"/>
                <a:gd name="T16" fmla="*/ 0 w 1610"/>
                <a:gd name="T17" fmla="*/ 7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10" h="125">
                  <a:moveTo>
                    <a:pt x="0" y="74"/>
                  </a:moveTo>
                  <a:cubicBezTo>
                    <a:pt x="101" y="99"/>
                    <a:pt x="202" y="125"/>
                    <a:pt x="403" y="125"/>
                  </a:cubicBezTo>
                  <a:cubicBezTo>
                    <a:pt x="805" y="125"/>
                    <a:pt x="805" y="23"/>
                    <a:pt x="1208" y="23"/>
                  </a:cubicBezTo>
                  <a:cubicBezTo>
                    <a:pt x="1409" y="23"/>
                    <a:pt x="1510" y="48"/>
                    <a:pt x="1610" y="74"/>
                  </a:cubicBezTo>
                  <a:cubicBezTo>
                    <a:pt x="1610" y="51"/>
                    <a:pt x="1610" y="51"/>
                    <a:pt x="1610" y="51"/>
                  </a:cubicBezTo>
                  <a:cubicBezTo>
                    <a:pt x="1510" y="26"/>
                    <a:pt x="1409" y="0"/>
                    <a:pt x="1208" y="0"/>
                  </a:cubicBezTo>
                  <a:cubicBezTo>
                    <a:pt x="805" y="0"/>
                    <a:pt x="805" y="102"/>
                    <a:pt x="403" y="102"/>
                  </a:cubicBezTo>
                  <a:cubicBezTo>
                    <a:pt x="202" y="102"/>
                    <a:pt x="101" y="77"/>
                    <a:pt x="0" y="51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89617" tIns="44809" rIns="89617" bIns="44809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29245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506" b="0" i="0" u="none" strike="noStrike" kern="0" cap="none" spc="0" normalizeH="0" baseline="0" noProof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2AC7E481-FD10-935C-5C58-EBE6AD7C8CD1}"/>
                </a:ext>
              </a:extLst>
            </p:cNvPr>
            <p:cNvGrpSpPr/>
            <p:nvPr/>
          </p:nvGrpSpPr>
          <p:grpSpPr>
            <a:xfrm>
              <a:off x="792581" y="7794911"/>
              <a:ext cx="6192000" cy="360000"/>
              <a:chOff x="5821363" y="6462713"/>
              <a:chExt cx="6035675" cy="469900"/>
            </a:xfrm>
          </p:grpSpPr>
          <p:sp>
            <p:nvSpPr>
              <p:cNvPr id="13" name="Freeform 16">
                <a:extLst>
                  <a:ext uri="{FF2B5EF4-FFF2-40B4-BE49-F238E27FC236}">
                    <a16:creationId xmlns:a16="http://schemas.microsoft.com/office/drawing/2014/main" id="{5A1F1E2E-4C06-13B8-7BFC-D2B42FAF6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462713"/>
                <a:ext cx="6035675" cy="382588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7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6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4" name="Freeform 17">
                <a:extLst>
                  <a:ext uri="{FF2B5EF4-FFF2-40B4-BE49-F238E27FC236}">
                    <a16:creationId xmlns:a16="http://schemas.microsoft.com/office/drawing/2014/main" id="{0B0B57C9-B692-5109-0556-92022FC54F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21363" y="6548438"/>
                <a:ext cx="6035675" cy="384175"/>
              </a:xfrm>
              <a:custGeom>
                <a:avLst/>
                <a:gdLst>
                  <a:gd name="T0" fmla="*/ 0 w 1610"/>
                  <a:gd name="T1" fmla="*/ 51 h 102"/>
                  <a:gd name="T2" fmla="*/ 403 w 1610"/>
                  <a:gd name="T3" fmla="*/ 102 h 102"/>
                  <a:gd name="T4" fmla="*/ 1208 w 1610"/>
                  <a:gd name="T5" fmla="*/ 0 h 102"/>
                  <a:gd name="T6" fmla="*/ 1610 w 1610"/>
                  <a:gd name="T7" fmla="*/ 5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610" h="102">
                    <a:moveTo>
                      <a:pt x="0" y="51"/>
                    </a:moveTo>
                    <a:cubicBezTo>
                      <a:pt x="101" y="76"/>
                      <a:pt x="202" y="102"/>
                      <a:pt x="403" y="102"/>
                    </a:cubicBezTo>
                    <a:cubicBezTo>
                      <a:pt x="805" y="102"/>
                      <a:pt x="805" y="0"/>
                      <a:pt x="1208" y="0"/>
                    </a:cubicBezTo>
                    <a:cubicBezTo>
                      <a:pt x="1409" y="0"/>
                      <a:pt x="1510" y="25"/>
                      <a:pt x="1610" y="51"/>
                    </a:cubicBezTo>
                  </a:path>
                </a:pathLst>
              </a:custGeom>
              <a:noFill/>
              <a:ln w="6350">
                <a:solidFill>
                  <a:srgbClr val="96969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89617" tIns="44809" rIns="89617" bIns="44809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1292458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506" b="0" i="0" u="none" strike="noStrike" kern="0" cap="none" spc="0" normalizeH="0" baseline="0" noProof="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  <p:pic>
        <p:nvPicPr>
          <p:cNvPr id="313" name="그림 312" descr="사람, 손톱, 손가락, 엄지이(가) 표시된 사진&#10;&#10;자동 생성된 설명">
            <a:extLst>
              <a:ext uri="{FF2B5EF4-FFF2-40B4-BE49-F238E27FC236}">
                <a16:creationId xmlns:a16="http://schemas.microsoft.com/office/drawing/2014/main" id="{1983B96B-E85C-CDF3-66DB-4BE89E389312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r="12347"/>
          <a:stretch/>
        </p:blipFill>
        <p:spPr>
          <a:xfrm>
            <a:off x="10110688" y="4899485"/>
            <a:ext cx="1510898" cy="1456553"/>
          </a:xfrm>
          <a:custGeom>
            <a:avLst/>
            <a:gdLst>
              <a:gd name="connsiteX0" fmla="*/ 0 w 1666112"/>
              <a:gd name="connsiteY0" fmla="*/ 0 h 1606184"/>
              <a:gd name="connsiteX1" fmla="*/ 1666112 w 1666112"/>
              <a:gd name="connsiteY1" fmla="*/ 0 h 1606184"/>
              <a:gd name="connsiteX2" fmla="*/ 1666112 w 1666112"/>
              <a:gd name="connsiteY2" fmla="*/ 1606184 h 1606184"/>
              <a:gd name="connsiteX3" fmla="*/ 0 w 1666112"/>
              <a:gd name="connsiteY3" fmla="*/ 1606184 h 1606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6112" h="1606184">
                <a:moveTo>
                  <a:pt x="0" y="0"/>
                </a:moveTo>
                <a:lnTo>
                  <a:pt x="1666112" y="0"/>
                </a:lnTo>
                <a:lnTo>
                  <a:pt x="1666112" y="1606184"/>
                </a:lnTo>
                <a:lnTo>
                  <a:pt x="0" y="1606184"/>
                </a:lnTo>
                <a:close/>
              </a:path>
            </a:pathLst>
          </a:custGeom>
          <a:noFill/>
          <a:effectLst>
            <a:outerShdw blurRad="190500" dist="114300" dir="5400000" algn="t" rotWithShape="0">
              <a:prstClr val="black">
                <a:alpha val="17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3961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전체">
  <a:themeElements>
    <a:clrScheme name="전체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전체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전체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33528</TotalTime>
  <Words>1082</Words>
  <Application>Microsoft Office PowerPoint</Application>
  <PresentationFormat>와이드스크린</PresentationFormat>
  <Paragraphs>364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3" baseType="lpstr">
      <vt:lpstr>HY헤드라인M</vt:lpstr>
      <vt:lpstr>KoPub돋움체 Bold</vt:lpstr>
      <vt:lpstr>KoPub돋움체 Light</vt:lpstr>
      <vt:lpstr>KoPub돋움체 Medium</vt:lpstr>
      <vt:lpstr>맑은 고딕</vt:lpstr>
      <vt:lpstr>에스코어 드림 6 Bold</vt:lpstr>
      <vt:lpstr>Calibri</vt:lpstr>
      <vt:lpstr>Tw Cen MT</vt:lpstr>
      <vt:lpstr>Wingdings 3</vt:lpstr>
      <vt:lpstr>전체</vt:lpstr>
      <vt:lpstr>PowerPoint 프레젠테이션</vt:lpstr>
      <vt:lpstr>PowerPoint 프레젠테이션</vt:lpstr>
      <vt:lpstr>PowerPoint 프레젠테이션</vt:lpstr>
    </vt:vector>
  </TitlesOfParts>
  <Company>스머프마을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투덜이</dc:creator>
  <cp:lastModifiedBy>승리 백</cp:lastModifiedBy>
  <cp:revision>2689</cp:revision>
  <cp:lastPrinted>2024-11-28T01:30:01Z</cp:lastPrinted>
  <dcterms:created xsi:type="dcterms:W3CDTF">2011-05-20T09:12:55Z</dcterms:created>
  <dcterms:modified xsi:type="dcterms:W3CDTF">2026-06-05T08:32:12Z</dcterms:modified>
</cp:coreProperties>
</file>