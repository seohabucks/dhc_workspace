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2D56"/>
                </a:solidFill>
                <a:latin typeface="Noto Sans KR Black"/>
                <a:cs typeface="Noto Sans KR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2D56"/>
                </a:solidFill>
                <a:latin typeface="Noto Sans KR Black"/>
                <a:cs typeface="Noto Sans KR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2D56"/>
                </a:solidFill>
                <a:latin typeface="Noto Sans KR Black"/>
                <a:cs typeface="Noto Sans KR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2D56"/>
                </a:solidFill>
                <a:latin typeface="Noto Sans KR Black"/>
                <a:cs typeface="Noto Sans KR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6145" y="425195"/>
            <a:ext cx="7921108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2D56"/>
                </a:solidFill>
                <a:latin typeface="Noto Sans KR Black"/>
                <a:cs typeface="Noto Sans KR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현장</a:t>
            </a:r>
            <a:r>
              <a:rPr dirty="0" spc="140"/>
              <a:t> </a:t>
            </a:r>
            <a:r>
              <a:rPr dirty="0"/>
              <a:t>여건에</a:t>
            </a:r>
            <a:r>
              <a:rPr dirty="0" spc="140"/>
              <a:t> </a:t>
            </a:r>
            <a:r>
              <a:rPr dirty="0"/>
              <a:t>최적화된</a:t>
            </a:r>
            <a:r>
              <a:rPr dirty="0" spc="140"/>
              <a:t> </a:t>
            </a:r>
            <a:r>
              <a:rPr dirty="0"/>
              <a:t>부단수</a:t>
            </a:r>
            <a:r>
              <a:rPr dirty="0" spc="140"/>
              <a:t> </a:t>
            </a:r>
            <a:r>
              <a:rPr dirty="0"/>
              <a:t>공법</a:t>
            </a:r>
            <a:r>
              <a:rPr dirty="0" spc="140"/>
              <a:t> </a:t>
            </a:r>
            <a:r>
              <a:rPr dirty="0"/>
              <a:t>안전관리</a:t>
            </a:r>
            <a:r>
              <a:rPr dirty="0" spc="140"/>
              <a:t> </a:t>
            </a:r>
            <a:r>
              <a:rPr dirty="0"/>
              <a:t>체계</a:t>
            </a:r>
            <a:r>
              <a:rPr dirty="0" spc="140"/>
              <a:t> </a:t>
            </a:r>
            <a:r>
              <a:rPr dirty="0" spc="-25"/>
              <a:t>구축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875927" y="991157"/>
            <a:ext cx="28575" cy="353060"/>
          </a:xfrm>
          <a:custGeom>
            <a:avLst/>
            <a:gdLst/>
            <a:ahLst/>
            <a:cxnLst/>
            <a:rect l="l" t="t" r="r" b="b"/>
            <a:pathLst>
              <a:path w="28575" h="353059">
                <a:moveTo>
                  <a:pt x="28574" y="352703"/>
                </a:moveTo>
                <a:lnTo>
                  <a:pt x="0" y="352703"/>
                </a:lnTo>
                <a:lnTo>
                  <a:pt x="0" y="0"/>
                </a:lnTo>
                <a:lnTo>
                  <a:pt x="28574" y="0"/>
                </a:lnTo>
                <a:lnTo>
                  <a:pt x="28574" y="352703"/>
                </a:lnTo>
                <a:close/>
              </a:path>
            </a:pathLst>
          </a:custGeom>
          <a:solidFill>
            <a:srgbClr val="005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787498" y="991157"/>
            <a:ext cx="28575" cy="353060"/>
          </a:xfrm>
          <a:custGeom>
            <a:avLst/>
            <a:gdLst/>
            <a:ahLst/>
            <a:cxnLst/>
            <a:rect l="l" t="t" r="r" b="b"/>
            <a:pathLst>
              <a:path w="28575" h="353059">
                <a:moveTo>
                  <a:pt x="28574" y="352703"/>
                </a:moveTo>
                <a:lnTo>
                  <a:pt x="0" y="352703"/>
                </a:lnTo>
                <a:lnTo>
                  <a:pt x="0" y="0"/>
                </a:lnTo>
                <a:lnTo>
                  <a:pt x="28574" y="0"/>
                </a:lnTo>
                <a:lnTo>
                  <a:pt x="28574" y="352703"/>
                </a:lnTo>
                <a:close/>
              </a:path>
            </a:pathLst>
          </a:custGeom>
          <a:solidFill>
            <a:srgbClr val="0054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082302" y="1054530"/>
            <a:ext cx="45275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45454"/>
                </a:solidFill>
                <a:latin typeface="Noto Sans KR"/>
                <a:cs typeface="Noto Sans KR"/>
              </a:rPr>
              <a:t>사전</a:t>
            </a:r>
            <a:r>
              <a:rPr dirty="0" sz="1400" spc="75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400">
                <a:solidFill>
                  <a:srgbClr val="545454"/>
                </a:solidFill>
                <a:latin typeface="Noto Sans KR"/>
                <a:cs typeface="Noto Sans KR"/>
              </a:rPr>
              <a:t>예방</a:t>
            </a:r>
            <a:r>
              <a:rPr dirty="0" sz="1400" spc="75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400">
                <a:solidFill>
                  <a:srgbClr val="545454"/>
                </a:solidFill>
                <a:latin typeface="Noto Sans KR"/>
                <a:cs typeface="Noto Sans KR"/>
              </a:rPr>
              <a:t>→</a:t>
            </a:r>
            <a:r>
              <a:rPr dirty="0" sz="1400" spc="75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400">
                <a:solidFill>
                  <a:srgbClr val="545454"/>
                </a:solidFill>
                <a:latin typeface="Noto Sans KR"/>
                <a:cs typeface="Noto Sans KR"/>
              </a:rPr>
              <a:t>시공</a:t>
            </a:r>
            <a:r>
              <a:rPr dirty="0" sz="1400" spc="75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400">
                <a:solidFill>
                  <a:srgbClr val="545454"/>
                </a:solidFill>
                <a:latin typeface="Noto Sans KR"/>
                <a:cs typeface="Noto Sans KR"/>
              </a:rPr>
              <a:t>중</a:t>
            </a:r>
            <a:r>
              <a:rPr dirty="0" sz="1400" spc="75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400">
                <a:solidFill>
                  <a:srgbClr val="545454"/>
                </a:solidFill>
                <a:latin typeface="Noto Sans KR"/>
                <a:cs typeface="Noto Sans KR"/>
              </a:rPr>
              <a:t>대응</a:t>
            </a:r>
            <a:r>
              <a:rPr dirty="0" sz="1400" spc="75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400">
                <a:solidFill>
                  <a:srgbClr val="545454"/>
                </a:solidFill>
                <a:latin typeface="Noto Sans KR"/>
                <a:cs typeface="Noto Sans KR"/>
              </a:rPr>
              <a:t>→</a:t>
            </a:r>
            <a:r>
              <a:rPr dirty="0" sz="1400" spc="75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400">
                <a:solidFill>
                  <a:srgbClr val="545454"/>
                </a:solidFill>
                <a:latin typeface="Noto Sans KR"/>
                <a:cs typeface="Noto Sans KR"/>
              </a:rPr>
              <a:t>사후</a:t>
            </a:r>
            <a:r>
              <a:rPr dirty="0" sz="1400" spc="75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400">
                <a:solidFill>
                  <a:srgbClr val="545454"/>
                </a:solidFill>
                <a:latin typeface="Noto Sans KR"/>
                <a:cs typeface="Noto Sans KR"/>
              </a:rPr>
              <a:t>관리까지</a:t>
            </a:r>
            <a:r>
              <a:rPr dirty="0" sz="1400" spc="75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400">
                <a:solidFill>
                  <a:srgbClr val="545454"/>
                </a:solidFill>
                <a:latin typeface="Noto Sans KR"/>
                <a:cs typeface="Noto Sans KR"/>
              </a:rPr>
              <a:t>전주기</a:t>
            </a:r>
            <a:r>
              <a:rPr dirty="0" sz="1400" spc="75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400">
                <a:solidFill>
                  <a:srgbClr val="545454"/>
                </a:solidFill>
                <a:latin typeface="Noto Sans KR"/>
                <a:cs typeface="Noto Sans KR"/>
              </a:rPr>
              <a:t>안전</a:t>
            </a:r>
            <a:r>
              <a:rPr dirty="0" sz="1400" spc="75">
                <a:solidFill>
                  <a:srgbClr val="545454"/>
                </a:solidFill>
                <a:latin typeface="Noto Sans KR"/>
                <a:cs typeface="Noto Sans KR"/>
              </a:rPr>
              <a:t> </a:t>
            </a:r>
            <a:r>
              <a:rPr dirty="0" sz="1400" spc="-25">
                <a:solidFill>
                  <a:srgbClr val="545454"/>
                </a:solidFill>
                <a:latin typeface="Noto Sans KR"/>
                <a:cs typeface="Noto Sans KR"/>
              </a:rPr>
              <a:t>확보</a:t>
            </a:r>
            <a:endParaRPr sz="1400">
              <a:latin typeface="Noto Sans KR"/>
              <a:cs typeface="Noto Sans KR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23875" y="1629611"/>
            <a:ext cx="3119755" cy="5725795"/>
            <a:chOff x="523875" y="1629611"/>
            <a:chExt cx="3119755" cy="5725795"/>
          </a:xfrm>
        </p:grpSpPr>
        <p:sp>
          <p:nvSpPr>
            <p:cNvPr id="7" name="object 7" descr=""/>
            <p:cNvSpPr/>
            <p:nvPr/>
          </p:nvSpPr>
          <p:spPr>
            <a:xfrm>
              <a:off x="523875" y="1629611"/>
              <a:ext cx="3119755" cy="5725795"/>
            </a:xfrm>
            <a:custGeom>
              <a:avLst/>
              <a:gdLst/>
              <a:ahLst/>
              <a:cxnLst/>
              <a:rect l="l" t="t" r="r" b="b"/>
              <a:pathLst>
                <a:path w="3119754" h="5725795">
                  <a:moveTo>
                    <a:pt x="3024250" y="5725758"/>
                  </a:moveTo>
                  <a:lnTo>
                    <a:pt x="95249" y="5725758"/>
                  </a:lnTo>
                  <a:lnTo>
                    <a:pt x="58266" y="5718242"/>
                  </a:lnTo>
                  <a:lnTo>
                    <a:pt x="27979" y="5697778"/>
                  </a:lnTo>
                  <a:lnTo>
                    <a:pt x="7515" y="5667491"/>
                  </a:lnTo>
                  <a:lnTo>
                    <a:pt x="0" y="5630508"/>
                  </a:lnTo>
                  <a:lnTo>
                    <a:pt x="0" y="95248"/>
                  </a:lnTo>
                  <a:lnTo>
                    <a:pt x="7515" y="58265"/>
                  </a:lnTo>
                  <a:lnTo>
                    <a:pt x="27979" y="27979"/>
                  </a:lnTo>
                  <a:lnTo>
                    <a:pt x="58266" y="7515"/>
                  </a:lnTo>
                  <a:lnTo>
                    <a:pt x="95246" y="0"/>
                  </a:lnTo>
                  <a:lnTo>
                    <a:pt x="3024253" y="0"/>
                  </a:lnTo>
                  <a:lnTo>
                    <a:pt x="3061233" y="7515"/>
                  </a:lnTo>
                  <a:lnTo>
                    <a:pt x="3091520" y="27979"/>
                  </a:lnTo>
                  <a:lnTo>
                    <a:pt x="3111984" y="58265"/>
                  </a:lnTo>
                  <a:lnTo>
                    <a:pt x="3119499" y="95248"/>
                  </a:lnTo>
                  <a:lnTo>
                    <a:pt x="3119499" y="5630508"/>
                  </a:lnTo>
                  <a:lnTo>
                    <a:pt x="3111984" y="5667491"/>
                  </a:lnTo>
                  <a:lnTo>
                    <a:pt x="3091520" y="5697778"/>
                  </a:lnTo>
                  <a:lnTo>
                    <a:pt x="3061233" y="5718242"/>
                  </a:lnTo>
                  <a:lnTo>
                    <a:pt x="3024250" y="5725758"/>
                  </a:lnTo>
                  <a:close/>
                </a:path>
              </a:pathLst>
            </a:custGeom>
            <a:solidFill>
              <a:srgbClr val="F7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23875" y="1629611"/>
              <a:ext cx="3119755" cy="1153160"/>
            </a:xfrm>
            <a:custGeom>
              <a:avLst/>
              <a:gdLst/>
              <a:ahLst/>
              <a:cxnLst/>
              <a:rect l="l" t="t" r="r" b="b"/>
              <a:pathLst>
                <a:path w="3119754" h="1153160">
                  <a:moveTo>
                    <a:pt x="3119500" y="1152691"/>
                  </a:moveTo>
                  <a:lnTo>
                    <a:pt x="0" y="1152691"/>
                  </a:lnTo>
                  <a:lnTo>
                    <a:pt x="0" y="95248"/>
                  </a:lnTo>
                  <a:lnTo>
                    <a:pt x="7515" y="58265"/>
                  </a:lnTo>
                  <a:lnTo>
                    <a:pt x="27979" y="27979"/>
                  </a:lnTo>
                  <a:lnTo>
                    <a:pt x="58266" y="7515"/>
                  </a:lnTo>
                  <a:lnTo>
                    <a:pt x="95246" y="0"/>
                  </a:lnTo>
                  <a:lnTo>
                    <a:pt x="3024253" y="0"/>
                  </a:lnTo>
                  <a:lnTo>
                    <a:pt x="3061233" y="7515"/>
                  </a:lnTo>
                  <a:lnTo>
                    <a:pt x="3091520" y="27979"/>
                  </a:lnTo>
                  <a:lnTo>
                    <a:pt x="3111984" y="58265"/>
                  </a:lnTo>
                  <a:lnTo>
                    <a:pt x="3119500" y="95248"/>
                  </a:lnTo>
                  <a:lnTo>
                    <a:pt x="3119500" y="1152691"/>
                  </a:lnTo>
                  <a:close/>
                </a:path>
              </a:pathLst>
            </a:custGeom>
            <a:solidFill>
              <a:srgbClr val="0054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66750" y="4143185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2521800" y="781049"/>
                  </a:moveTo>
                  <a:lnTo>
                    <a:pt x="47624" y="781049"/>
                  </a:lnTo>
                  <a:lnTo>
                    <a:pt x="29133" y="777291"/>
                  </a:lnTo>
                  <a:lnTo>
                    <a:pt x="13989" y="767059"/>
                  </a:lnTo>
                  <a:lnTo>
                    <a:pt x="3757" y="751916"/>
                  </a:lnTo>
                  <a:lnTo>
                    <a:pt x="0" y="733424"/>
                  </a:lnTo>
                  <a:lnTo>
                    <a:pt x="0" y="47623"/>
                  </a:lnTo>
                  <a:lnTo>
                    <a:pt x="3757" y="29132"/>
                  </a:lnTo>
                  <a:lnTo>
                    <a:pt x="13989" y="13989"/>
                  </a:lnTo>
                  <a:lnTo>
                    <a:pt x="29133" y="3757"/>
                  </a:lnTo>
                  <a:lnTo>
                    <a:pt x="47622" y="0"/>
                  </a:lnTo>
                  <a:lnTo>
                    <a:pt x="2521802" y="0"/>
                  </a:lnTo>
                  <a:lnTo>
                    <a:pt x="2540291" y="3757"/>
                  </a:lnTo>
                  <a:lnTo>
                    <a:pt x="2555435" y="13989"/>
                  </a:lnTo>
                  <a:lnTo>
                    <a:pt x="2565667" y="29132"/>
                  </a:lnTo>
                  <a:lnTo>
                    <a:pt x="2569424" y="47623"/>
                  </a:lnTo>
                  <a:lnTo>
                    <a:pt x="2569424" y="733424"/>
                  </a:lnTo>
                  <a:lnTo>
                    <a:pt x="2565667" y="751916"/>
                  </a:lnTo>
                  <a:lnTo>
                    <a:pt x="2555435" y="767059"/>
                  </a:lnTo>
                  <a:lnTo>
                    <a:pt x="2540291" y="777291"/>
                  </a:lnTo>
                  <a:lnTo>
                    <a:pt x="2521800" y="781049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66750" y="4143191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9525" y="694677"/>
                  </a:moveTo>
                  <a:lnTo>
                    <a:pt x="0" y="694677"/>
                  </a:lnTo>
                  <a:lnTo>
                    <a:pt x="0" y="723633"/>
                  </a:lnTo>
                  <a:lnTo>
                    <a:pt x="9525" y="723633"/>
                  </a:lnTo>
                  <a:lnTo>
                    <a:pt x="9525" y="694677"/>
                  </a:lnTo>
                  <a:close/>
                </a:path>
                <a:path w="2569845" h="781050">
                  <a:moveTo>
                    <a:pt x="9525" y="636739"/>
                  </a:moveTo>
                  <a:lnTo>
                    <a:pt x="0" y="636739"/>
                  </a:lnTo>
                  <a:lnTo>
                    <a:pt x="0" y="665708"/>
                  </a:lnTo>
                  <a:lnTo>
                    <a:pt x="9525" y="665708"/>
                  </a:lnTo>
                  <a:lnTo>
                    <a:pt x="9525" y="636739"/>
                  </a:lnTo>
                  <a:close/>
                </a:path>
                <a:path w="2569845" h="781050">
                  <a:moveTo>
                    <a:pt x="9525" y="578802"/>
                  </a:moveTo>
                  <a:lnTo>
                    <a:pt x="0" y="578802"/>
                  </a:lnTo>
                  <a:lnTo>
                    <a:pt x="0" y="607771"/>
                  </a:lnTo>
                  <a:lnTo>
                    <a:pt x="9525" y="607771"/>
                  </a:lnTo>
                  <a:lnTo>
                    <a:pt x="9525" y="578802"/>
                  </a:lnTo>
                  <a:close/>
                </a:path>
                <a:path w="2569845" h="781050">
                  <a:moveTo>
                    <a:pt x="9525" y="520877"/>
                  </a:moveTo>
                  <a:lnTo>
                    <a:pt x="0" y="520877"/>
                  </a:lnTo>
                  <a:lnTo>
                    <a:pt x="0" y="549833"/>
                  </a:lnTo>
                  <a:lnTo>
                    <a:pt x="9525" y="549833"/>
                  </a:lnTo>
                  <a:lnTo>
                    <a:pt x="9525" y="520877"/>
                  </a:lnTo>
                  <a:close/>
                </a:path>
                <a:path w="2569845" h="781050">
                  <a:moveTo>
                    <a:pt x="9525" y="462940"/>
                  </a:moveTo>
                  <a:lnTo>
                    <a:pt x="0" y="462940"/>
                  </a:lnTo>
                  <a:lnTo>
                    <a:pt x="0" y="491909"/>
                  </a:lnTo>
                  <a:lnTo>
                    <a:pt x="9525" y="491909"/>
                  </a:lnTo>
                  <a:lnTo>
                    <a:pt x="9525" y="462940"/>
                  </a:lnTo>
                  <a:close/>
                </a:path>
                <a:path w="2569845" h="781050">
                  <a:moveTo>
                    <a:pt x="9525" y="405003"/>
                  </a:moveTo>
                  <a:lnTo>
                    <a:pt x="0" y="405003"/>
                  </a:lnTo>
                  <a:lnTo>
                    <a:pt x="0" y="433971"/>
                  </a:lnTo>
                  <a:lnTo>
                    <a:pt x="9525" y="433971"/>
                  </a:lnTo>
                  <a:lnTo>
                    <a:pt x="9525" y="405003"/>
                  </a:lnTo>
                  <a:close/>
                </a:path>
                <a:path w="2569845" h="781050">
                  <a:moveTo>
                    <a:pt x="9525" y="347078"/>
                  </a:moveTo>
                  <a:lnTo>
                    <a:pt x="0" y="347078"/>
                  </a:lnTo>
                  <a:lnTo>
                    <a:pt x="0" y="376047"/>
                  </a:lnTo>
                  <a:lnTo>
                    <a:pt x="9525" y="376047"/>
                  </a:lnTo>
                  <a:lnTo>
                    <a:pt x="9525" y="347078"/>
                  </a:lnTo>
                  <a:close/>
                </a:path>
                <a:path w="2569845" h="781050">
                  <a:moveTo>
                    <a:pt x="9525" y="289140"/>
                  </a:moveTo>
                  <a:lnTo>
                    <a:pt x="0" y="289140"/>
                  </a:lnTo>
                  <a:lnTo>
                    <a:pt x="0" y="318109"/>
                  </a:lnTo>
                  <a:lnTo>
                    <a:pt x="9525" y="318109"/>
                  </a:lnTo>
                  <a:lnTo>
                    <a:pt x="9525" y="289140"/>
                  </a:lnTo>
                  <a:close/>
                </a:path>
                <a:path w="2569845" h="781050">
                  <a:moveTo>
                    <a:pt x="9525" y="231203"/>
                  </a:moveTo>
                  <a:lnTo>
                    <a:pt x="0" y="231203"/>
                  </a:lnTo>
                  <a:lnTo>
                    <a:pt x="0" y="260172"/>
                  </a:lnTo>
                  <a:lnTo>
                    <a:pt x="9525" y="260172"/>
                  </a:lnTo>
                  <a:lnTo>
                    <a:pt x="9525" y="231203"/>
                  </a:lnTo>
                  <a:close/>
                </a:path>
                <a:path w="2569845" h="781050">
                  <a:moveTo>
                    <a:pt x="9525" y="173278"/>
                  </a:moveTo>
                  <a:lnTo>
                    <a:pt x="0" y="173278"/>
                  </a:lnTo>
                  <a:lnTo>
                    <a:pt x="0" y="202247"/>
                  </a:lnTo>
                  <a:lnTo>
                    <a:pt x="9525" y="202247"/>
                  </a:lnTo>
                  <a:lnTo>
                    <a:pt x="9525" y="173278"/>
                  </a:lnTo>
                  <a:close/>
                </a:path>
                <a:path w="2569845" h="781050">
                  <a:moveTo>
                    <a:pt x="9525" y="115341"/>
                  </a:moveTo>
                  <a:lnTo>
                    <a:pt x="0" y="115341"/>
                  </a:lnTo>
                  <a:lnTo>
                    <a:pt x="0" y="144310"/>
                  </a:lnTo>
                  <a:lnTo>
                    <a:pt x="9525" y="144310"/>
                  </a:lnTo>
                  <a:lnTo>
                    <a:pt x="9525" y="115341"/>
                  </a:lnTo>
                  <a:close/>
                </a:path>
                <a:path w="2569845" h="781050">
                  <a:moveTo>
                    <a:pt x="9525" y="57404"/>
                  </a:moveTo>
                  <a:lnTo>
                    <a:pt x="0" y="57404"/>
                  </a:lnTo>
                  <a:lnTo>
                    <a:pt x="0" y="86372"/>
                  </a:lnTo>
                  <a:lnTo>
                    <a:pt x="9525" y="86372"/>
                  </a:lnTo>
                  <a:lnTo>
                    <a:pt x="9525" y="57404"/>
                  </a:lnTo>
                  <a:close/>
                </a:path>
                <a:path w="2569845" h="781050">
                  <a:moveTo>
                    <a:pt x="31013" y="13754"/>
                  </a:moveTo>
                  <a:lnTo>
                    <a:pt x="26860" y="5295"/>
                  </a:lnTo>
                  <a:lnTo>
                    <a:pt x="13982" y="13995"/>
                  </a:lnTo>
                  <a:lnTo>
                    <a:pt x="5054" y="27190"/>
                  </a:lnTo>
                  <a:lnTo>
                    <a:pt x="13576" y="31280"/>
                  </a:lnTo>
                  <a:lnTo>
                    <a:pt x="20713" y="20713"/>
                  </a:lnTo>
                  <a:lnTo>
                    <a:pt x="31013" y="13754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20713" y="760222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31013" y="767207"/>
                  </a:lnTo>
                  <a:lnTo>
                    <a:pt x="20726" y="760234"/>
                  </a:lnTo>
                  <a:lnTo>
                    <a:pt x="13576" y="749769"/>
                  </a:lnTo>
                  <a:lnTo>
                    <a:pt x="5054" y="753846"/>
                  </a:lnTo>
                  <a:lnTo>
                    <a:pt x="13982" y="767054"/>
                  </a:lnTo>
                  <a:lnTo>
                    <a:pt x="26860" y="775716"/>
                  </a:lnTo>
                  <a:lnTo>
                    <a:pt x="31038" y="767207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84556" y="771525"/>
                  </a:moveTo>
                  <a:lnTo>
                    <a:pt x="56311" y="771525"/>
                  </a:lnTo>
                  <a:lnTo>
                    <a:pt x="56311" y="781050"/>
                  </a:lnTo>
                  <a:lnTo>
                    <a:pt x="84556" y="781050"/>
                  </a:lnTo>
                  <a:lnTo>
                    <a:pt x="84556" y="771525"/>
                  </a:lnTo>
                  <a:close/>
                </a:path>
                <a:path w="2569845" h="781050">
                  <a:moveTo>
                    <a:pt x="84556" y="0"/>
                  </a:moveTo>
                  <a:lnTo>
                    <a:pt x="56311" y="0"/>
                  </a:lnTo>
                  <a:lnTo>
                    <a:pt x="56311" y="9525"/>
                  </a:lnTo>
                  <a:lnTo>
                    <a:pt x="84556" y="9525"/>
                  </a:lnTo>
                  <a:lnTo>
                    <a:pt x="84556" y="0"/>
                  </a:lnTo>
                  <a:close/>
                </a:path>
                <a:path w="2569845" h="781050">
                  <a:moveTo>
                    <a:pt x="141033" y="771525"/>
                  </a:moveTo>
                  <a:lnTo>
                    <a:pt x="112788" y="771525"/>
                  </a:lnTo>
                  <a:lnTo>
                    <a:pt x="112788" y="781050"/>
                  </a:lnTo>
                  <a:lnTo>
                    <a:pt x="141033" y="781050"/>
                  </a:lnTo>
                  <a:lnTo>
                    <a:pt x="141033" y="771525"/>
                  </a:lnTo>
                  <a:close/>
                </a:path>
                <a:path w="2569845" h="781050">
                  <a:moveTo>
                    <a:pt x="141033" y="0"/>
                  </a:moveTo>
                  <a:lnTo>
                    <a:pt x="112788" y="0"/>
                  </a:lnTo>
                  <a:lnTo>
                    <a:pt x="112788" y="9525"/>
                  </a:lnTo>
                  <a:lnTo>
                    <a:pt x="141033" y="9525"/>
                  </a:lnTo>
                  <a:lnTo>
                    <a:pt x="141033" y="0"/>
                  </a:lnTo>
                  <a:close/>
                </a:path>
                <a:path w="2569845" h="781050">
                  <a:moveTo>
                    <a:pt x="197510" y="771525"/>
                  </a:moveTo>
                  <a:lnTo>
                    <a:pt x="169265" y="771525"/>
                  </a:lnTo>
                  <a:lnTo>
                    <a:pt x="169265" y="781050"/>
                  </a:lnTo>
                  <a:lnTo>
                    <a:pt x="197510" y="781050"/>
                  </a:lnTo>
                  <a:lnTo>
                    <a:pt x="197510" y="771525"/>
                  </a:lnTo>
                  <a:close/>
                </a:path>
                <a:path w="2569845" h="781050">
                  <a:moveTo>
                    <a:pt x="197510" y="0"/>
                  </a:moveTo>
                  <a:lnTo>
                    <a:pt x="169265" y="0"/>
                  </a:lnTo>
                  <a:lnTo>
                    <a:pt x="169265" y="9525"/>
                  </a:lnTo>
                  <a:lnTo>
                    <a:pt x="197510" y="9525"/>
                  </a:lnTo>
                  <a:lnTo>
                    <a:pt x="197510" y="0"/>
                  </a:lnTo>
                  <a:close/>
                </a:path>
                <a:path w="2569845" h="781050">
                  <a:moveTo>
                    <a:pt x="253987" y="771525"/>
                  </a:moveTo>
                  <a:lnTo>
                    <a:pt x="225742" y="771525"/>
                  </a:lnTo>
                  <a:lnTo>
                    <a:pt x="225742" y="781050"/>
                  </a:lnTo>
                  <a:lnTo>
                    <a:pt x="253987" y="781050"/>
                  </a:lnTo>
                  <a:lnTo>
                    <a:pt x="253987" y="771525"/>
                  </a:lnTo>
                  <a:close/>
                </a:path>
                <a:path w="2569845" h="781050">
                  <a:moveTo>
                    <a:pt x="253987" y="0"/>
                  </a:moveTo>
                  <a:lnTo>
                    <a:pt x="225742" y="0"/>
                  </a:lnTo>
                  <a:lnTo>
                    <a:pt x="225742" y="9525"/>
                  </a:lnTo>
                  <a:lnTo>
                    <a:pt x="253987" y="9525"/>
                  </a:lnTo>
                  <a:lnTo>
                    <a:pt x="253987" y="0"/>
                  </a:lnTo>
                  <a:close/>
                </a:path>
                <a:path w="2569845" h="781050">
                  <a:moveTo>
                    <a:pt x="310464" y="771525"/>
                  </a:moveTo>
                  <a:lnTo>
                    <a:pt x="282219" y="771525"/>
                  </a:lnTo>
                  <a:lnTo>
                    <a:pt x="282219" y="781050"/>
                  </a:lnTo>
                  <a:lnTo>
                    <a:pt x="310464" y="781050"/>
                  </a:lnTo>
                  <a:lnTo>
                    <a:pt x="310464" y="771525"/>
                  </a:lnTo>
                  <a:close/>
                </a:path>
                <a:path w="2569845" h="781050">
                  <a:moveTo>
                    <a:pt x="310464" y="0"/>
                  </a:moveTo>
                  <a:lnTo>
                    <a:pt x="282219" y="0"/>
                  </a:lnTo>
                  <a:lnTo>
                    <a:pt x="282219" y="9525"/>
                  </a:lnTo>
                  <a:lnTo>
                    <a:pt x="310464" y="9525"/>
                  </a:lnTo>
                  <a:lnTo>
                    <a:pt x="310464" y="0"/>
                  </a:lnTo>
                  <a:close/>
                </a:path>
                <a:path w="2569845" h="781050">
                  <a:moveTo>
                    <a:pt x="366941" y="771525"/>
                  </a:moveTo>
                  <a:lnTo>
                    <a:pt x="338696" y="771525"/>
                  </a:lnTo>
                  <a:lnTo>
                    <a:pt x="338696" y="781050"/>
                  </a:lnTo>
                  <a:lnTo>
                    <a:pt x="366941" y="781050"/>
                  </a:lnTo>
                  <a:lnTo>
                    <a:pt x="366941" y="771525"/>
                  </a:lnTo>
                  <a:close/>
                </a:path>
                <a:path w="2569845" h="781050">
                  <a:moveTo>
                    <a:pt x="366941" y="0"/>
                  </a:moveTo>
                  <a:lnTo>
                    <a:pt x="338696" y="0"/>
                  </a:lnTo>
                  <a:lnTo>
                    <a:pt x="338696" y="9525"/>
                  </a:lnTo>
                  <a:lnTo>
                    <a:pt x="366941" y="9525"/>
                  </a:lnTo>
                  <a:lnTo>
                    <a:pt x="366941" y="0"/>
                  </a:lnTo>
                  <a:close/>
                </a:path>
                <a:path w="2569845" h="781050">
                  <a:moveTo>
                    <a:pt x="423418" y="771525"/>
                  </a:moveTo>
                  <a:lnTo>
                    <a:pt x="395185" y="771525"/>
                  </a:lnTo>
                  <a:lnTo>
                    <a:pt x="395185" y="781050"/>
                  </a:lnTo>
                  <a:lnTo>
                    <a:pt x="423418" y="781050"/>
                  </a:lnTo>
                  <a:lnTo>
                    <a:pt x="423418" y="771525"/>
                  </a:lnTo>
                  <a:close/>
                </a:path>
                <a:path w="2569845" h="781050">
                  <a:moveTo>
                    <a:pt x="423418" y="0"/>
                  </a:moveTo>
                  <a:lnTo>
                    <a:pt x="395185" y="0"/>
                  </a:lnTo>
                  <a:lnTo>
                    <a:pt x="395185" y="9525"/>
                  </a:lnTo>
                  <a:lnTo>
                    <a:pt x="423418" y="9525"/>
                  </a:lnTo>
                  <a:lnTo>
                    <a:pt x="423418" y="0"/>
                  </a:lnTo>
                  <a:close/>
                </a:path>
                <a:path w="2569845" h="781050">
                  <a:moveTo>
                    <a:pt x="479894" y="771525"/>
                  </a:moveTo>
                  <a:lnTo>
                    <a:pt x="451662" y="771525"/>
                  </a:lnTo>
                  <a:lnTo>
                    <a:pt x="451662" y="781050"/>
                  </a:lnTo>
                  <a:lnTo>
                    <a:pt x="479894" y="781050"/>
                  </a:lnTo>
                  <a:lnTo>
                    <a:pt x="479894" y="771525"/>
                  </a:lnTo>
                  <a:close/>
                </a:path>
                <a:path w="2569845" h="781050">
                  <a:moveTo>
                    <a:pt x="479894" y="0"/>
                  </a:moveTo>
                  <a:lnTo>
                    <a:pt x="451662" y="0"/>
                  </a:lnTo>
                  <a:lnTo>
                    <a:pt x="451662" y="9525"/>
                  </a:lnTo>
                  <a:lnTo>
                    <a:pt x="479894" y="9525"/>
                  </a:lnTo>
                  <a:lnTo>
                    <a:pt x="479894" y="0"/>
                  </a:lnTo>
                  <a:close/>
                </a:path>
                <a:path w="2569845" h="781050">
                  <a:moveTo>
                    <a:pt x="536371" y="771525"/>
                  </a:moveTo>
                  <a:lnTo>
                    <a:pt x="508139" y="771525"/>
                  </a:lnTo>
                  <a:lnTo>
                    <a:pt x="508139" y="781050"/>
                  </a:lnTo>
                  <a:lnTo>
                    <a:pt x="536371" y="781050"/>
                  </a:lnTo>
                  <a:lnTo>
                    <a:pt x="536371" y="771525"/>
                  </a:lnTo>
                  <a:close/>
                </a:path>
                <a:path w="2569845" h="781050">
                  <a:moveTo>
                    <a:pt x="536371" y="0"/>
                  </a:moveTo>
                  <a:lnTo>
                    <a:pt x="508139" y="0"/>
                  </a:lnTo>
                  <a:lnTo>
                    <a:pt x="508139" y="9525"/>
                  </a:lnTo>
                  <a:lnTo>
                    <a:pt x="536371" y="9525"/>
                  </a:lnTo>
                  <a:lnTo>
                    <a:pt x="536371" y="0"/>
                  </a:lnTo>
                  <a:close/>
                </a:path>
                <a:path w="2569845" h="781050">
                  <a:moveTo>
                    <a:pt x="592848" y="771525"/>
                  </a:moveTo>
                  <a:lnTo>
                    <a:pt x="564616" y="771525"/>
                  </a:lnTo>
                  <a:lnTo>
                    <a:pt x="564616" y="781050"/>
                  </a:lnTo>
                  <a:lnTo>
                    <a:pt x="592848" y="781050"/>
                  </a:lnTo>
                  <a:lnTo>
                    <a:pt x="592848" y="771525"/>
                  </a:lnTo>
                  <a:close/>
                </a:path>
                <a:path w="2569845" h="781050">
                  <a:moveTo>
                    <a:pt x="592848" y="0"/>
                  </a:moveTo>
                  <a:lnTo>
                    <a:pt x="564616" y="0"/>
                  </a:lnTo>
                  <a:lnTo>
                    <a:pt x="564616" y="9525"/>
                  </a:lnTo>
                  <a:lnTo>
                    <a:pt x="592848" y="9525"/>
                  </a:lnTo>
                  <a:lnTo>
                    <a:pt x="592848" y="0"/>
                  </a:lnTo>
                  <a:close/>
                </a:path>
                <a:path w="2569845" h="781050">
                  <a:moveTo>
                    <a:pt x="649325" y="771525"/>
                  </a:moveTo>
                  <a:lnTo>
                    <a:pt x="621093" y="771525"/>
                  </a:lnTo>
                  <a:lnTo>
                    <a:pt x="621093" y="781050"/>
                  </a:lnTo>
                  <a:lnTo>
                    <a:pt x="649325" y="781050"/>
                  </a:lnTo>
                  <a:lnTo>
                    <a:pt x="649325" y="771525"/>
                  </a:lnTo>
                  <a:close/>
                </a:path>
                <a:path w="2569845" h="781050">
                  <a:moveTo>
                    <a:pt x="649325" y="0"/>
                  </a:moveTo>
                  <a:lnTo>
                    <a:pt x="621093" y="0"/>
                  </a:lnTo>
                  <a:lnTo>
                    <a:pt x="621093" y="9525"/>
                  </a:lnTo>
                  <a:lnTo>
                    <a:pt x="649325" y="9525"/>
                  </a:lnTo>
                  <a:lnTo>
                    <a:pt x="649325" y="0"/>
                  </a:lnTo>
                  <a:close/>
                </a:path>
                <a:path w="2569845" h="781050">
                  <a:moveTo>
                    <a:pt x="705802" y="771525"/>
                  </a:moveTo>
                  <a:lnTo>
                    <a:pt x="677570" y="771525"/>
                  </a:lnTo>
                  <a:lnTo>
                    <a:pt x="677570" y="781050"/>
                  </a:lnTo>
                  <a:lnTo>
                    <a:pt x="705802" y="781050"/>
                  </a:lnTo>
                  <a:lnTo>
                    <a:pt x="705802" y="771525"/>
                  </a:lnTo>
                  <a:close/>
                </a:path>
                <a:path w="2569845" h="781050">
                  <a:moveTo>
                    <a:pt x="705802" y="0"/>
                  </a:moveTo>
                  <a:lnTo>
                    <a:pt x="677570" y="0"/>
                  </a:lnTo>
                  <a:lnTo>
                    <a:pt x="677570" y="9525"/>
                  </a:lnTo>
                  <a:lnTo>
                    <a:pt x="705802" y="9525"/>
                  </a:lnTo>
                  <a:lnTo>
                    <a:pt x="705802" y="0"/>
                  </a:lnTo>
                  <a:close/>
                </a:path>
                <a:path w="2569845" h="781050">
                  <a:moveTo>
                    <a:pt x="762292" y="771525"/>
                  </a:moveTo>
                  <a:lnTo>
                    <a:pt x="734047" y="771525"/>
                  </a:lnTo>
                  <a:lnTo>
                    <a:pt x="734047" y="781050"/>
                  </a:lnTo>
                  <a:lnTo>
                    <a:pt x="762292" y="781050"/>
                  </a:lnTo>
                  <a:lnTo>
                    <a:pt x="762292" y="771525"/>
                  </a:lnTo>
                  <a:close/>
                </a:path>
                <a:path w="2569845" h="781050">
                  <a:moveTo>
                    <a:pt x="762292" y="0"/>
                  </a:moveTo>
                  <a:lnTo>
                    <a:pt x="734047" y="0"/>
                  </a:lnTo>
                  <a:lnTo>
                    <a:pt x="734047" y="9525"/>
                  </a:lnTo>
                  <a:lnTo>
                    <a:pt x="762292" y="9525"/>
                  </a:lnTo>
                  <a:lnTo>
                    <a:pt x="762292" y="0"/>
                  </a:lnTo>
                  <a:close/>
                </a:path>
                <a:path w="2569845" h="781050">
                  <a:moveTo>
                    <a:pt x="818769" y="771525"/>
                  </a:moveTo>
                  <a:lnTo>
                    <a:pt x="790524" y="771525"/>
                  </a:lnTo>
                  <a:lnTo>
                    <a:pt x="790524" y="781050"/>
                  </a:lnTo>
                  <a:lnTo>
                    <a:pt x="818769" y="781050"/>
                  </a:lnTo>
                  <a:lnTo>
                    <a:pt x="818769" y="771525"/>
                  </a:lnTo>
                  <a:close/>
                </a:path>
                <a:path w="2569845" h="781050">
                  <a:moveTo>
                    <a:pt x="818769" y="0"/>
                  </a:moveTo>
                  <a:lnTo>
                    <a:pt x="790524" y="0"/>
                  </a:lnTo>
                  <a:lnTo>
                    <a:pt x="790524" y="9525"/>
                  </a:lnTo>
                  <a:lnTo>
                    <a:pt x="818769" y="9525"/>
                  </a:lnTo>
                  <a:lnTo>
                    <a:pt x="818769" y="0"/>
                  </a:lnTo>
                  <a:close/>
                </a:path>
                <a:path w="2569845" h="781050">
                  <a:moveTo>
                    <a:pt x="875245" y="771525"/>
                  </a:moveTo>
                  <a:lnTo>
                    <a:pt x="847001" y="771525"/>
                  </a:lnTo>
                  <a:lnTo>
                    <a:pt x="847001" y="781050"/>
                  </a:lnTo>
                  <a:lnTo>
                    <a:pt x="875245" y="781050"/>
                  </a:lnTo>
                  <a:lnTo>
                    <a:pt x="875245" y="771525"/>
                  </a:lnTo>
                  <a:close/>
                </a:path>
                <a:path w="2569845" h="781050">
                  <a:moveTo>
                    <a:pt x="875245" y="0"/>
                  </a:moveTo>
                  <a:lnTo>
                    <a:pt x="847001" y="0"/>
                  </a:lnTo>
                  <a:lnTo>
                    <a:pt x="847001" y="9525"/>
                  </a:lnTo>
                  <a:lnTo>
                    <a:pt x="875245" y="9525"/>
                  </a:lnTo>
                  <a:lnTo>
                    <a:pt x="875245" y="0"/>
                  </a:lnTo>
                  <a:close/>
                </a:path>
                <a:path w="2569845" h="781050">
                  <a:moveTo>
                    <a:pt x="931722" y="771525"/>
                  </a:moveTo>
                  <a:lnTo>
                    <a:pt x="903478" y="771525"/>
                  </a:lnTo>
                  <a:lnTo>
                    <a:pt x="903478" y="781050"/>
                  </a:lnTo>
                  <a:lnTo>
                    <a:pt x="931722" y="781050"/>
                  </a:lnTo>
                  <a:lnTo>
                    <a:pt x="931722" y="771525"/>
                  </a:lnTo>
                  <a:close/>
                </a:path>
                <a:path w="2569845" h="781050">
                  <a:moveTo>
                    <a:pt x="931722" y="0"/>
                  </a:moveTo>
                  <a:lnTo>
                    <a:pt x="903478" y="0"/>
                  </a:lnTo>
                  <a:lnTo>
                    <a:pt x="903478" y="9525"/>
                  </a:lnTo>
                  <a:lnTo>
                    <a:pt x="931722" y="9525"/>
                  </a:lnTo>
                  <a:lnTo>
                    <a:pt x="931722" y="0"/>
                  </a:lnTo>
                  <a:close/>
                </a:path>
                <a:path w="2569845" h="781050">
                  <a:moveTo>
                    <a:pt x="988199" y="771525"/>
                  </a:moveTo>
                  <a:lnTo>
                    <a:pt x="959954" y="771525"/>
                  </a:lnTo>
                  <a:lnTo>
                    <a:pt x="959954" y="781050"/>
                  </a:lnTo>
                  <a:lnTo>
                    <a:pt x="988199" y="781050"/>
                  </a:lnTo>
                  <a:lnTo>
                    <a:pt x="988199" y="771525"/>
                  </a:lnTo>
                  <a:close/>
                </a:path>
                <a:path w="2569845" h="781050">
                  <a:moveTo>
                    <a:pt x="988199" y="0"/>
                  </a:moveTo>
                  <a:lnTo>
                    <a:pt x="959954" y="0"/>
                  </a:lnTo>
                  <a:lnTo>
                    <a:pt x="959954" y="9525"/>
                  </a:lnTo>
                  <a:lnTo>
                    <a:pt x="988199" y="9525"/>
                  </a:lnTo>
                  <a:lnTo>
                    <a:pt x="988199" y="0"/>
                  </a:lnTo>
                  <a:close/>
                </a:path>
                <a:path w="2569845" h="781050">
                  <a:moveTo>
                    <a:pt x="1044676" y="771525"/>
                  </a:moveTo>
                  <a:lnTo>
                    <a:pt x="1016431" y="771525"/>
                  </a:lnTo>
                  <a:lnTo>
                    <a:pt x="1016431" y="781050"/>
                  </a:lnTo>
                  <a:lnTo>
                    <a:pt x="1044676" y="781050"/>
                  </a:lnTo>
                  <a:lnTo>
                    <a:pt x="1044676" y="771525"/>
                  </a:lnTo>
                  <a:close/>
                </a:path>
                <a:path w="2569845" h="781050">
                  <a:moveTo>
                    <a:pt x="1044676" y="0"/>
                  </a:moveTo>
                  <a:lnTo>
                    <a:pt x="1016431" y="0"/>
                  </a:lnTo>
                  <a:lnTo>
                    <a:pt x="1016431" y="9525"/>
                  </a:lnTo>
                  <a:lnTo>
                    <a:pt x="1044676" y="9525"/>
                  </a:lnTo>
                  <a:lnTo>
                    <a:pt x="1044676" y="0"/>
                  </a:lnTo>
                  <a:close/>
                </a:path>
                <a:path w="2569845" h="781050">
                  <a:moveTo>
                    <a:pt x="1101153" y="771525"/>
                  </a:moveTo>
                  <a:lnTo>
                    <a:pt x="1072908" y="771525"/>
                  </a:lnTo>
                  <a:lnTo>
                    <a:pt x="1072908" y="781050"/>
                  </a:lnTo>
                  <a:lnTo>
                    <a:pt x="1101153" y="781050"/>
                  </a:lnTo>
                  <a:lnTo>
                    <a:pt x="1101153" y="771525"/>
                  </a:lnTo>
                  <a:close/>
                </a:path>
                <a:path w="2569845" h="781050">
                  <a:moveTo>
                    <a:pt x="1101153" y="0"/>
                  </a:moveTo>
                  <a:lnTo>
                    <a:pt x="1072908" y="0"/>
                  </a:lnTo>
                  <a:lnTo>
                    <a:pt x="1072908" y="9525"/>
                  </a:lnTo>
                  <a:lnTo>
                    <a:pt x="1101153" y="9525"/>
                  </a:lnTo>
                  <a:lnTo>
                    <a:pt x="1101153" y="0"/>
                  </a:lnTo>
                  <a:close/>
                </a:path>
                <a:path w="2569845" h="781050">
                  <a:moveTo>
                    <a:pt x="1157630" y="771525"/>
                  </a:moveTo>
                  <a:lnTo>
                    <a:pt x="1129398" y="771525"/>
                  </a:lnTo>
                  <a:lnTo>
                    <a:pt x="1129398" y="781050"/>
                  </a:lnTo>
                  <a:lnTo>
                    <a:pt x="1157630" y="781050"/>
                  </a:lnTo>
                  <a:lnTo>
                    <a:pt x="1157630" y="771525"/>
                  </a:lnTo>
                  <a:close/>
                </a:path>
                <a:path w="2569845" h="781050">
                  <a:moveTo>
                    <a:pt x="1157630" y="0"/>
                  </a:moveTo>
                  <a:lnTo>
                    <a:pt x="1129398" y="0"/>
                  </a:lnTo>
                  <a:lnTo>
                    <a:pt x="1129398" y="9525"/>
                  </a:lnTo>
                  <a:lnTo>
                    <a:pt x="1157630" y="9525"/>
                  </a:lnTo>
                  <a:lnTo>
                    <a:pt x="1157630" y="0"/>
                  </a:lnTo>
                  <a:close/>
                </a:path>
                <a:path w="2569845" h="781050">
                  <a:moveTo>
                    <a:pt x="1214107" y="771525"/>
                  </a:moveTo>
                  <a:lnTo>
                    <a:pt x="1185875" y="771525"/>
                  </a:lnTo>
                  <a:lnTo>
                    <a:pt x="1185875" y="781050"/>
                  </a:lnTo>
                  <a:lnTo>
                    <a:pt x="1214107" y="781050"/>
                  </a:lnTo>
                  <a:lnTo>
                    <a:pt x="1214107" y="771525"/>
                  </a:lnTo>
                  <a:close/>
                </a:path>
                <a:path w="2569845" h="781050">
                  <a:moveTo>
                    <a:pt x="1214107" y="0"/>
                  </a:moveTo>
                  <a:lnTo>
                    <a:pt x="1185875" y="0"/>
                  </a:lnTo>
                  <a:lnTo>
                    <a:pt x="1185875" y="9525"/>
                  </a:lnTo>
                  <a:lnTo>
                    <a:pt x="1214107" y="9525"/>
                  </a:lnTo>
                  <a:lnTo>
                    <a:pt x="1214107" y="0"/>
                  </a:lnTo>
                  <a:close/>
                </a:path>
                <a:path w="2569845" h="781050">
                  <a:moveTo>
                    <a:pt x="1270584" y="771525"/>
                  </a:moveTo>
                  <a:lnTo>
                    <a:pt x="1242352" y="771525"/>
                  </a:lnTo>
                  <a:lnTo>
                    <a:pt x="1242352" y="781050"/>
                  </a:lnTo>
                  <a:lnTo>
                    <a:pt x="1270584" y="781050"/>
                  </a:lnTo>
                  <a:lnTo>
                    <a:pt x="1270584" y="771525"/>
                  </a:lnTo>
                  <a:close/>
                </a:path>
                <a:path w="2569845" h="781050">
                  <a:moveTo>
                    <a:pt x="1270584" y="0"/>
                  </a:moveTo>
                  <a:lnTo>
                    <a:pt x="1242352" y="0"/>
                  </a:lnTo>
                  <a:lnTo>
                    <a:pt x="1242352" y="9525"/>
                  </a:lnTo>
                  <a:lnTo>
                    <a:pt x="1270584" y="9525"/>
                  </a:lnTo>
                  <a:lnTo>
                    <a:pt x="1270584" y="0"/>
                  </a:lnTo>
                  <a:close/>
                </a:path>
                <a:path w="2569845" h="781050">
                  <a:moveTo>
                    <a:pt x="1327061" y="771525"/>
                  </a:moveTo>
                  <a:lnTo>
                    <a:pt x="1298829" y="771525"/>
                  </a:lnTo>
                  <a:lnTo>
                    <a:pt x="1298829" y="781050"/>
                  </a:lnTo>
                  <a:lnTo>
                    <a:pt x="1327061" y="781050"/>
                  </a:lnTo>
                  <a:lnTo>
                    <a:pt x="1327061" y="771525"/>
                  </a:lnTo>
                  <a:close/>
                </a:path>
                <a:path w="2569845" h="781050">
                  <a:moveTo>
                    <a:pt x="1327061" y="0"/>
                  </a:moveTo>
                  <a:lnTo>
                    <a:pt x="1298829" y="0"/>
                  </a:lnTo>
                  <a:lnTo>
                    <a:pt x="1298829" y="9525"/>
                  </a:lnTo>
                  <a:lnTo>
                    <a:pt x="1327061" y="9525"/>
                  </a:lnTo>
                  <a:lnTo>
                    <a:pt x="1327061" y="0"/>
                  </a:lnTo>
                  <a:close/>
                </a:path>
                <a:path w="2569845" h="781050">
                  <a:moveTo>
                    <a:pt x="1383538" y="771525"/>
                  </a:moveTo>
                  <a:lnTo>
                    <a:pt x="1355305" y="771525"/>
                  </a:lnTo>
                  <a:lnTo>
                    <a:pt x="1355305" y="781050"/>
                  </a:lnTo>
                  <a:lnTo>
                    <a:pt x="1383538" y="781050"/>
                  </a:lnTo>
                  <a:lnTo>
                    <a:pt x="1383538" y="771525"/>
                  </a:lnTo>
                  <a:close/>
                </a:path>
                <a:path w="2569845" h="781050">
                  <a:moveTo>
                    <a:pt x="1383538" y="0"/>
                  </a:moveTo>
                  <a:lnTo>
                    <a:pt x="1355305" y="0"/>
                  </a:lnTo>
                  <a:lnTo>
                    <a:pt x="1355305" y="9525"/>
                  </a:lnTo>
                  <a:lnTo>
                    <a:pt x="1383538" y="9525"/>
                  </a:lnTo>
                  <a:lnTo>
                    <a:pt x="1383538" y="0"/>
                  </a:lnTo>
                  <a:close/>
                </a:path>
                <a:path w="2569845" h="781050">
                  <a:moveTo>
                    <a:pt x="1440014" y="771525"/>
                  </a:moveTo>
                  <a:lnTo>
                    <a:pt x="1411782" y="771525"/>
                  </a:lnTo>
                  <a:lnTo>
                    <a:pt x="1411782" y="781050"/>
                  </a:lnTo>
                  <a:lnTo>
                    <a:pt x="1440014" y="781050"/>
                  </a:lnTo>
                  <a:lnTo>
                    <a:pt x="1440014" y="771525"/>
                  </a:lnTo>
                  <a:close/>
                </a:path>
                <a:path w="2569845" h="781050">
                  <a:moveTo>
                    <a:pt x="1440014" y="0"/>
                  </a:moveTo>
                  <a:lnTo>
                    <a:pt x="1411782" y="0"/>
                  </a:lnTo>
                  <a:lnTo>
                    <a:pt x="1411782" y="9525"/>
                  </a:lnTo>
                  <a:lnTo>
                    <a:pt x="1440014" y="9525"/>
                  </a:lnTo>
                  <a:lnTo>
                    <a:pt x="1440014" y="0"/>
                  </a:lnTo>
                  <a:close/>
                </a:path>
                <a:path w="2569845" h="781050">
                  <a:moveTo>
                    <a:pt x="1496504" y="771525"/>
                  </a:moveTo>
                  <a:lnTo>
                    <a:pt x="1468259" y="771525"/>
                  </a:lnTo>
                  <a:lnTo>
                    <a:pt x="1468259" y="781050"/>
                  </a:lnTo>
                  <a:lnTo>
                    <a:pt x="1496504" y="781050"/>
                  </a:lnTo>
                  <a:lnTo>
                    <a:pt x="1496504" y="771525"/>
                  </a:lnTo>
                  <a:close/>
                </a:path>
                <a:path w="2569845" h="781050">
                  <a:moveTo>
                    <a:pt x="1496504" y="0"/>
                  </a:moveTo>
                  <a:lnTo>
                    <a:pt x="1468259" y="0"/>
                  </a:lnTo>
                  <a:lnTo>
                    <a:pt x="1468259" y="9525"/>
                  </a:lnTo>
                  <a:lnTo>
                    <a:pt x="1496504" y="9525"/>
                  </a:lnTo>
                  <a:lnTo>
                    <a:pt x="1496504" y="0"/>
                  </a:lnTo>
                  <a:close/>
                </a:path>
                <a:path w="2569845" h="781050">
                  <a:moveTo>
                    <a:pt x="1552981" y="771525"/>
                  </a:moveTo>
                  <a:lnTo>
                    <a:pt x="1524736" y="771525"/>
                  </a:lnTo>
                  <a:lnTo>
                    <a:pt x="1524736" y="781050"/>
                  </a:lnTo>
                  <a:lnTo>
                    <a:pt x="1552981" y="781050"/>
                  </a:lnTo>
                  <a:lnTo>
                    <a:pt x="1552981" y="771525"/>
                  </a:lnTo>
                  <a:close/>
                </a:path>
                <a:path w="2569845" h="781050">
                  <a:moveTo>
                    <a:pt x="1552981" y="0"/>
                  </a:moveTo>
                  <a:lnTo>
                    <a:pt x="1524736" y="0"/>
                  </a:lnTo>
                  <a:lnTo>
                    <a:pt x="1524736" y="9525"/>
                  </a:lnTo>
                  <a:lnTo>
                    <a:pt x="1552981" y="9525"/>
                  </a:lnTo>
                  <a:lnTo>
                    <a:pt x="1552981" y="0"/>
                  </a:lnTo>
                  <a:close/>
                </a:path>
                <a:path w="2569845" h="781050">
                  <a:moveTo>
                    <a:pt x="1609458" y="771525"/>
                  </a:moveTo>
                  <a:lnTo>
                    <a:pt x="1581213" y="771525"/>
                  </a:lnTo>
                  <a:lnTo>
                    <a:pt x="1581213" y="781050"/>
                  </a:lnTo>
                  <a:lnTo>
                    <a:pt x="1609458" y="781050"/>
                  </a:lnTo>
                  <a:lnTo>
                    <a:pt x="1609458" y="771525"/>
                  </a:lnTo>
                  <a:close/>
                </a:path>
                <a:path w="2569845" h="781050">
                  <a:moveTo>
                    <a:pt x="1609458" y="0"/>
                  </a:moveTo>
                  <a:lnTo>
                    <a:pt x="1581213" y="0"/>
                  </a:lnTo>
                  <a:lnTo>
                    <a:pt x="1581213" y="9525"/>
                  </a:lnTo>
                  <a:lnTo>
                    <a:pt x="1609458" y="9525"/>
                  </a:lnTo>
                  <a:lnTo>
                    <a:pt x="1609458" y="0"/>
                  </a:lnTo>
                  <a:close/>
                </a:path>
                <a:path w="2569845" h="781050">
                  <a:moveTo>
                    <a:pt x="1665935" y="771525"/>
                  </a:moveTo>
                  <a:lnTo>
                    <a:pt x="1637690" y="771525"/>
                  </a:lnTo>
                  <a:lnTo>
                    <a:pt x="1637690" y="781050"/>
                  </a:lnTo>
                  <a:lnTo>
                    <a:pt x="1665935" y="781050"/>
                  </a:lnTo>
                  <a:lnTo>
                    <a:pt x="1665935" y="771525"/>
                  </a:lnTo>
                  <a:close/>
                </a:path>
                <a:path w="2569845" h="781050">
                  <a:moveTo>
                    <a:pt x="1665935" y="0"/>
                  </a:moveTo>
                  <a:lnTo>
                    <a:pt x="1637690" y="0"/>
                  </a:lnTo>
                  <a:lnTo>
                    <a:pt x="1637690" y="9525"/>
                  </a:lnTo>
                  <a:lnTo>
                    <a:pt x="1665935" y="9525"/>
                  </a:lnTo>
                  <a:lnTo>
                    <a:pt x="1665935" y="0"/>
                  </a:lnTo>
                  <a:close/>
                </a:path>
                <a:path w="2569845" h="781050">
                  <a:moveTo>
                    <a:pt x="1722412" y="771525"/>
                  </a:moveTo>
                  <a:lnTo>
                    <a:pt x="1694167" y="771525"/>
                  </a:lnTo>
                  <a:lnTo>
                    <a:pt x="1694167" y="781050"/>
                  </a:lnTo>
                  <a:lnTo>
                    <a:pt x="1722412" y="781050"/>
                  </a:lnTo>
                  <a:lnTo>
                    <a:pt x="1722412" y="771525"/>
                  </a:lnTo>
                  <a:close/>
                </a:path>
                <a:path w="2569845" h="781050">
                  <a:moveTo>
                    <a:pt x="1722412" y="0"/>
                  </a:moveTo>
                  <a:lnTo>
                    <a:pt x="1694167" y="0"/>
                  </a:lnTo>
                  <a:lnTo>
                    <a:pt x="1694167" y="9525"/>
                  </a:lnTo>
                  <a:lnTo>
                    <a:pt x="1722412" y="9525"/>
                  </a:lnTo>
                  <a:lnTo>
                    <a:pt x="1722412" y="0"/>
                  </a:lnTo>
                  <a:close/>
                </a:path>
                <a:path w="2569845" h="781050">
                  <a:moveTo>
                    <a:pt x="1778889" y="771525"/>
                  </a:moveTo>
                  <a:lnTo>
                    <a:pt x="1750644" y="771525"/>
                  </a:lnTo>
                  <a:lnTo>
                    <a:pt x="1750644" y="781050"/>
                  </a:lnTo>
                  <a:lnTo>
                    <a:pt x="1778889" y="781050"/>
                  </a:lnTo>
                  <a:lnTo>
                    <a:pt x="1778889" y="771525"/>
                  </a:lnTo>
                  <a:close/>
                </a:path>
                <a:path w="2569845" h="781050">
                  <a:moveTo>
                    <a:pt x="1778889" y="0"/>
                  </a:moveTo>
                  <a:lnTo>
                    <a:pt x="1750644" y="0"/>
                  </a:lnTo>
                  <a:lnTo>
                    <a:pt x="1750644" y="9525"/>
                  </a:lnTo>
                  <a:lnTo>
                    <a:pt x="1778889" y="9525"/>
                  </a:lnTo>
                  <a:lnTo>
                    <a:pt x="1778889" y="0"/>
                  </a:lnTo>
                  <a:close/>
                </a:path>
                <a:path w="2569845" h="781050">
                  <a:moveTo>
                    <a:pt x="1835365" y="771525"/>
                  </a:moveTo>
                  <a:lnTo>
                    <a:pt x="1807121" y="771525"/>
                  </a:lnTo>
                  <a:lnTo>
                    <a:pt x="1807121" y="781050"/>
                  </a:lnTo>
                  <a:lnTo>
                    <a:pt x="1835365" y="781050"/>
                  </a:lnTo>
                  <a:lnTo>
                    <a:pt x="1835365" y="771525"/>
                  </a:lnTo>
                  <a:close/>
                </a:path>
                <a:path w="2569845" h="781050">
                  <a:moveTo>
                    <a:pt x="1835365" y="0"/>
                  </a:moveTo>
                  <a:lnTo>
                    <a:pt x="1807121" y="0"/>
                  </a:lnTo>
                  <a:lnTo>
                    <a:pt x="1807121" y="9525"/>
                  </a:lnTo>
                  <a:lnTo>
                    <a:pt x="1835365" y="9525"/>
                  </a:lnTo>
                  <a:lnTo>
                    <a:pt x="1835365" y="0"/>
                  </a:lnTo>
                  <a:close/>
                </a:path>
                <a:path w="2569845" h="781050">
                  <a:moveTo>
                    <a:pt x="1891842" y="771525"/>
                  </a:moveTo>
                  <a:lnTo>
                    <a:pt x="1863598" y="771525"/>
                  </a:lnTo>
                  <a:lnTo>
                    <a:pt x="1863598" y="781050"/>
                  </a:lnTo>
                  <a:lnTo>
                    <a:pt x="1891842" y="781050"/>
                  </a:lnTo>
                  <a:lnTo>
                    <a:pt x="1891842" y="771525"/>
                  </a:lnTo>
                  <a:close/>
                </a:path>
                <a:path w="2569845" h="781050">
                  <a:moveTo>
                    <a:pt x="1891842" y="0"/>
                  </a:moveTo>
                  <a:lnTo>
                    <a:pt x="1863598" y="0"/>
                  </a:lnTo>
                  <a:lnTo>
                    <a:pt x="1863598" y="9525"/>
                  </a:lnTo>
                  <a:lnTo>
                    <a:pt x="1891842" y="9525"/>
                  </a:lnTo>
                  <a:lnTo>
                    <a:pt x="1891842" y="0"/>
                  </a:lnTo>
                  <a:close/>
                </a:path>
                <a:path w="2569845" h="781050">
                  <a:moveTo>
                    <a:pt x="1948319" y="771525"/>
                  </a:moveTo>
                  <a:lnTo>
                    <a:pt x="1920087" y="771525"/>
                  </a:lnTo>
                  <a:lnTo>
                    <a:pt x="1920087" y="781050"/>
                  </a:lnTo>
                  <a:lnTo>
                    <a:pt x="1948319" y="781050"/>
                  </a:lnTo>
                  <a:lnTo>
                    <a:pt x="1948319" y="771525"/>
                  </a:lnTo>
                  <a:close/>
                </a:path>
                <a:path w="2569845" h="781050">
                  <a:moveTo>
                    <a:pt x="1948319" y="0"/>
                  </a:moveTo>
                  <a:lnTo>
                    <a:pt x="1920087" y="0"/>
                  </a:lnTo>
                  <a:lnTo>
                    <a:pt x="1920087" y="9525"/>
                  </a:lnTo>
                  <a:lnTo>
                    <a:pt x="1948319" y="9525"/>
                  </a:lnTo>
                  <a:lnTo>
                    <a:pt x="1948319" y="0"/>
                  </a:lnTo>
                  <a:close/>
                </a:path>
                <a:path w="2569845" h="781050">
                  <a:moveTo>
                    <a:pt x="2004796" y="771525"/>
                  </a:moveTo>
                  <a:lnTo>
                    <a:pt x="1976564" y="771525"/>
                  </a:lnTo>
                  <a:lnTo>
                    <a:pt x="1976564" y="781050"/>
                  </a:lnTo>
                  <a:lnTo>
                    <a:pt x="2004796" y="781050"/>
                  </a:lnTo>
                  <a:lnTo>
                    <a:pt x="2004796" y="771525"/>
                  </a:lnTo>
                  <a:close/>
                </a:path>
                <a:path w="2569845" h="781050">
                  <a:moveTo>
                    <a:pt x="2004796" y="0"/>
                  </a:moveTo>
                  <a:lnTo>
                    <a:pt x="1976564" y="0"/>
                  </a:lnTo>
                  <a:lnTo>
                    <a:pt x="1976564" y="9525"/>
                  </a:lnTo>
                  <a:lnTo>
                    <a:pt x="2004796" y="9525"/>
                  </a:lnTo>
                  <a:lnTo>
                    <a:pt x="2004796" y="0"/>
                  </a:lnTo>
                  <a:close/>
                </a:path>
                <a:path w="2569845" h="781050">
                  <a:moveTo>
                    <a:pt x="2061273" y="771525"/>
                  </a:moveTo>
                  <a:lnTo>
                    <a:pt x="2033041" y="771525"/>
                  </a:lnTo>
                  <a:lnTo>
                    <a:pt x="2033041" y="781050"/>
                  </a:lnTo>
                  <a:lnTo>
                    <a:pt x="2061273" y="781050"/>
                  </a:lnTo>
                  <a:lnTo>
                    <a:pt x="2061273" y="771525"/>
                  </a:lnTo>
                  <a:close/>
                </a:path>
                <a:path w="2569845" h="781050">
                  <a:moveTo>
                    <a:pt x="2061273" y="0"/>
                  </a:moveTo>
                  <a:lnTo>
                    <a:pt x="2033041" y="0"/>
                  </a:lnTo>
                  <a:lnTo>
                    <a:pt x="2033041" y="9525"/>
                  </a:lnTo>
                  <a:lnTo>
                    <a:pt x="2061273" y="9525"/>
                  </a:lnTo>
                  <a:lnTo>
                    <a:pt x="2061273" y="0"/>
                  </a:lnTo>
                  <a:close/>
                </a:path>
                <a:path w="2569845" h="781050">
                  <a:moveTo>
                    <a:pt x="2117750" y="771525"/>
                  </a:moveTo>
                  <a:lnTo>
                    <a:pt x="2089518" y="771525"/>
                  </a:lnTo>
                  <a:lnTo>
                    <a:pt x="2089518" y="781050"/>
                  </a:lnTo>
                  <a:lnTo>
                    <a:pt x="2117750" y="781050"/>
                  </a:lnTo>
                  <a:lnTo>
                    <a:pt x="2117750" y="771525"/>
                  </a:lnTo>
                  <a:close/>
                </a:path>
                <a:path w="2569845" h="781050">
                  <a:moveTo>
                    <a:pt x="2117750" y="0"/>
                  </a:moveTo>
                  <a:lnTo>
                    <a:pt x="2089518" y="0"/>
                  </a:lnTo>
                  <a:lnTo>
                    <a:pt x="2089518" y="9525"/>
                  </a:lnTo>
                  <a:lnTo>
                    <a:pt x="2117750" y="9525"/>
                  </a:lnTo>
                  <a:lnTo>
                    <a:pt x="2117750" y="0"/>
                  </a:lnTo>
                  <a:close/>
                </a:path>
                <a:path w="2569845" h="781050">
                  <a:moveTo>
                    <a:pt x="2174227" y="771525"/>
                  </a:moveTo>
                  <a:lnTo>
                    <a:pt x="2145995" y="771525"/>
                  </a:lnTo>
                  <a:lnTo>
                    <a:pt x="2145995" y="781050"/>
                  </a:lnTo>
                  <a:lnTo>
                    <a:pt x="2174227" y="781050"/>
                  </a:lnTo>
                  <a:lnTo>
                    <a:pt x="2174227" y="771525"/>
                  </a:lnTo>
                  <a:close/>
                </a:path>
                <a:path w="2569845" h="781050">
                  <a:moveTo>
                    <a:pt x="2174227" y="0"/>
                  </a:moveTo>
                  <a:lnTo>
                    <a:pt x="2145995" y="0"/>
                  </a:lnTo>
                  <a:lnTo>
                    <a:pt x="2145995" y="9525"/>
                  </a:lnTo>
                  <a:lnTo>
                    <a:pt x="2174227" y="9525"/>
                  </a:lnTo>
                  <a:lnTo>
                    <a:pt x="2174227" y="0"/>
                  </a:lnTo>
                  <a:close/>
                </a:path>
                <a:path w="2569845" h="781050">
                  <a:moveTo>
                    <a:pt x="2230704" y="771525"/>
                  </a:moveTo>
                  <a:lnTo>
                    <a:pt x="2202472" y="771525"/>
                  </a:lnTo>
                  <a:lnTo>
                    <a:pt x="2202472" y="781050"/>
                  </a:lnTo>
                  <a:lnTo>
                    <a:pt x="2230704" y="781050"/>
                  </a:lnTo>
                  <a:lnTo>
                    <a:pt x="2230704" y="771525"/>
                  </a:lnTo>
                  <a:close/>
                </a:path>
                <a:path w="2569845" h="781050">
                  <a:moveTo>
                    <a:pt x="2230704" y="0"/>
                  </a:moveTo>
                  <a:lnTo>
                    <a:pt x="2202472" y="0"/>
                  </a:lnTo>
                  <a:lnTo>
                    <a:pt x="2202472" y="9525"/>
                  </a:lnTo>
                  <a:lnTo>
                    <a:pt x="2230704" y="9525"/>
                  </a:lnTo>
                  <a:lnTo>
                    <a:pt x="2230704" y="0"/>
                  </a:lnTo>
                  <a:close/>
                </a:path>
                <a:path w="2569845" h="781050">
                  <a:moveTo>
                    <a:pt x="2287193" y="771525"/>
                  </a:moveTo>
                  <a:lnTo>
                    <a:pt x="2258949" y="771525"/>
                  </a:lnTo>
                  <a:lnTo>
                    <a:pt x="2258949" y="781050"/>
                  </a:lnTo>
                  <a:lnTo>
                    <a:pt x="2287193" y="781050"/>
                  </a:lnTo>
                  <a:lnTo>
                    <a:pt x="2287193" y="771525"/>
                  </a:lnTo>
                  <a:close/>
                </a:path>
                <a:path w="2569845" h="781050">
                  <a:moveTo>
                    <a:pt x="2287193" y="0"/>
                  </a:moveTo>
                  <a:lnTo>
                    <a:pt x="2258949" y="0"/>
                  </a:lnTo>
                  <a:lnTo>
                    <a:pt x="2258949" y="9525"/>
                  </a:lnTo>
                  <a:lnTo>
                    <a:pt x="2287193" y="9525"/>
                  </a:lnTo>
                  <a:lnTo>
                    <a:pt x="2287193" y="0"/>
                  </a:lnTo>
                  <a:close/>
                </a:path>
                <a:path w="2569845" h="781050">
                  <a:moveTo>
                    <a:pt x="2343670" y="771525"/>
                  </a:moveTo>
                  <a:lnTo>
                    <a:pt x="2315426" y="771525"/>
                  </a:lnTo>
                  <a:lnTo>
                    <a:pt x="2315426" y="781050"/>
                  </a:lnTo>
                  <a:lnTo>
                    <a:pt x="2343670" y="781050"/>
                  </a:lnTo>
                  <a:lnTo>
                    <a:pt x="2343670" y="771525"/>
                  </a:lnTo>
                  <a:close/>
                </a:path>
                <a:path w="2569845" h="781050">
                  <a:moveTo>
                    <a:pt x="2343670" y="0"/>
                  </a:moveTo>
                  <a:lnTo>
                    <a:pt x="2315426" y="0"/>
                  </a:lnTo>
                  <a:lnTo>
                    <a:pt x="2315426" y="9525"/>
                  </a:lnTo>
                  <a:lnTo>
                    <a:pt x="2343670" y="9525"/>
                  </a:lnTo>
                  <a:lnTo>
                    <a:pt x="2343670" y="0"/>
                  </a:lnTo>
                  <a:close/>
                </a:path>
                <a:path w="2569845" h="781050">
                  <a:moveTo>
                    <a:pt x="2400147" y="771525"/>
                  </a:moveTo>
                  <a:lnTo>
                    <a:pt x="2371902" y="771525"/>
                  </a:lnTo>
                  <a:lnTo>
                    <a:pt x="2371902" y="781050"/>
                  </a:lnTo>
                  <a:lnTo>
                    <a:pt x="2400147" y="781050"/>
                  </a:lnTo>
                  <a:lnTo>
                    <a:pt x="2400147" y="771525"/>
                  </a:lnTo>
                  <a:close/>
                </a:path>
                <a:path w="2569845" h="781050">
                  <a:moveTo>
                    <a:pt x="2400147" y="0"/>
                  </a:moveTo>
                  <a:lnTo>
                    <a:pt x="2371902" y="0"/>
                  </a:lnTo>
                  <a:lnTo>
                    <a:pt x="2371902" y="9525"/>
                  </a:lnTo>
                  <a:lnTo>
                    <a:pt x="2400147" y="9525"/>
                  </a:lnTo>
                  <a:lnTo>
                    <a:pt x="2400147" y="0"/>
                  </a:lnTo>
                  <a:close/>
                </a:path>
                <a:path w="2569845" h="781050">
                  <a:moveTo>
                    <a:pt x="2456624" y="771525"/>
                  </a:moveTo>
                  <a:lnTo>
                    <a:pt x="2428379" y="771525"/>
                  </a:lnTo>
                  <a:lnTo>
                    <a:pt x="2428379" y="781050"/>
                  </a:lnTo>
                  <a:lnTo>
                    <a:pt x="2456624" y="781050"/>
                  </a:lnTo>
                  <a:lnTo>
                    <a:pt x="2456624" y="771525"/>
                  </a:lnTo>
                  <a:close/>
                </a:path>
                <a:path w="2569845" h="781050">
                  <a:moveTo>
                    <a:pt x="2456624" y="0"/>
                  </a:moveTo>
                  <a:lnTo>
                    <a:pt x="2428379" y="0"/>
                  </a:lnTo>
                  <a:lnTo>
                    <a:pt x="2428379" y="9525"/>
                  </a:lnTo>
                  <a:lnTo>
                    <a:pt x="2456624" y="9525"/>
                  </a:lnTo>
                  <a:lnTo>
                    <a:pt x="2456624" y="0"/>
                  </a:lnTo>
                  <a:close/>
                </a:path>
                <a:path w="2569845" h="781050">
                  <a:moveTo>
                    <a:pt x="2513101" y="771525"/>
                  </a:moveTo>
                  <a:lnTo>
                    <a:pt x="2484856" y="771525"/>
                  </a:lnTo>
                  <a:lnTo>
                    <a:pt x="2484856" y="781050"/>
                  </a:lnTo>
                  <a:lnTo>
                    <a:pt x="2513101" y="781050"/>
                  </a:lnTo>
                  <a:lnTo>
                    <a:pt x="2513101" y="771525"/>
                  </a:lnTo>
                  <a:close/>
                </a:path>
                <a:path w="2569845" h="781050">
                  <a:moveTo>
                    <a:pt x="2513101" y="0"/>
                  </a:moveTo>
                  <a:lnTo>
                    <a:pt x="2484856" y="0"/>
                  </a:lnTo>
                  <a:lnTo>
                    <a:pt x="2484856" y="9525"/>
                  </a:lnTo>
                  <a:lnTo>
                    <a:pt x="2513101" y="9525"/>
                  </a:lnTo>
                  <a:lnTo>
                    <a:pt x="2513101" y="0"/>
                  </a:lnTo>
                  <a:close/>
                </a:path>
                <a:path w="2569845" h="781050">
                  <a:moveTo>
                    <a:pt x="2548699" y="760222"/>
                  </a:moveTo>
                  <a:lnTo>
                    <a:pt x="2521788" y="733425"/>
                  </a:lnTo>
                  <a:lnTo>
                    <a:pt x="2548686" y="760234"/>
                  </a:lnTo>
                  <a:close/>
                </a:path>
                <a:path w="2569845" h="781050">
                  <a:moveTo>
                    <a:pt x="2564358" y="753846"/>
                  </a:moveTo>
                  <a:lnTo>
                    <a:pt x="2555837" y="749769"/>
                  </a:lnTo>
                  <a:lnTo>
                    <a:pt x="2548725" y="760285"/>
                  </a:lnTo>
                  <a:lnTo>
                    <a:pt x="2538399" y="767207"/>
                  </a:lnTo>
                  <a:lnTo>
                    <a:pt x="2521788" y="733425"/>
                  </a:lnTo>
                  <a:lnTo>
                    <a:pt x="2542552" y="775716"/>
                  </a:lnTo>
                  <a:lnTo>
                    <a:pt x="2555049" y="767207"/>
                  </a:lnTo>
                  <a:lnTo>
                    <a:pt x="2555367" y="767003"/>
                  </a:lnTo>
                  <a:lnTo>
                    <a:pt x="2564358" y="753846"/>
                  </a:lnTo>
                  <a:close/>
                </a:path>
                <a:path w="2569845" h="781050">
                  <a:moveTo>
                    <a:pt x="2564358" y="27190"/>
                  </a:moveTo>
                  <a:lnTo>
                    <a:pt x="2555430" y="13995"/>
                  </a:lnTo>
                  <a:lnTo>
                    <a:pt x="2542552" y="5295"/>
                  </a:lnTo>
                  <a:lnTo>
                    <a:pt x="2538399" y="13754"/>
                  </a:lnTo>
                  <a:lnTo>
                    <a:pt x="2548699" y="20713"/>
                  </a:lnTo>
                  <a:lnTo>
                    <a:pt x="2555837" y="31280"/>
                  </a:lnTo>
                  <a:lnTo>
                    <a:pt x="2564358" y="27190"/>
                  </a:lnTo>
                  <a:close/>
                </a:path>
                <a:path w="2569845" h="781050">
                  <a:moveTo>
                    <a:pt x="2569413" y="694677"/>
                  </a:moveTo>
                  <a:lnTo>
                    <a:pt x="2559888" y="694677"/>
                  </a:lnTo>
                  <a:lnTo>
                    <a:pt x="2559888" y="723633"/>
                  </a:lnTo>
                  <a:lnTo>
                    <a:pt x="2569413" y="723633"/>
                  </a:lnTo>
                  <a:lnTo>
                    <a:pt x="2569413" y="694677"/>
                  </a:lnTo>
                  <a:close/>
                </a:path>
                <a:path w="2569845" h="781050">
                  <a:moveTo>
                    <a:pt x="2569413" y="636739"/>
                  </a:moveTo>
                  <a:lnTo>
                    <a:pt x="2559888" y="636739"/>
                  </a:lnTo>
                  <a:lnTo>
                    <a:pt x="2559888" y="665708"/>
                  </a:lnTo>
                  <a:lnTo>
                    <a:pt x="2569413" y="665708"/>
                  </a:lnTo>
                  <a:lnTo>
                    <a:pt x="2569413" y="636739"/>
                  </a:lnTo>
                  <a:close/>
                </a:path>
                <a:path w="2569845" h="781050">
                  <a:moveTo>
                    <a:pt x="2569413" y="578802"/>
                  </a:moveTo>
                  <a:lnTo>
                    <a:pt x="2559888" y="578802"/>
                  </a:lnTo>
                  <a:lnTo>
                    <a:pt x="2559888" y="607771"/>
                  </a:lnTo>
                  <a:lnTo>
                    <a:pt x="2569413" y="607771"/>
                  </a:lnTo>
                  <a:lnTo>
                    <a:pt x="2569413" y="578802"/>
                  </a:lnTo>
                  <a:close/>
                </a:path>
                <a:path w="2569845" h="781050">
                  <a:moveTo>
                    <a:pt x="2569413" y="520877"/>
                  </a:moveTo>
                  <a:lnTo>
                    <a:pt x="2559888" y="520877"/>
                  </a:lnTo>
                  <a:lnTo>
                    <a:pt x="2559888" y="549833"/>
                  </a:lnTo>
                  <a:lnTo>
                    <a:pt x="2569413" y="549833"/>
                  </a:lnTo>
                  <a:lnTo>
                    <a:pt x="2569413" y="520877"/>
                  </a:lnTo>
                  <a:close/>
                </a:path>
                <a:path w="2569845" h="781050">
                  <a:moveTo>
                    <a:pt x="2569413" y="462940"/>
                  </a:moveTo>
                  <a:lnTo>
                    <a:pt x="2559888" y="462940"/>
                  </a:lnTo>
                  <a:lnTo>
                    <a:pt x="2559888" y="491909"/>
                  </a:lnTo>
                  <a:lnTo>
                    <a:pt x="2569413" y="491909"/>
                  </a:lnTo>
                  <a:lnTo>
                    <a:pt x="2569413" y="462940"/>
                  </a:lnTo>
                  <a:close/>
                </a:path>
                <a:path w="2569845" h="781050">
                  <a:moveTo>
                    <a:pt x="2569413" y="405003"/>
                  </a:moveTo>
                  <a:lnTo>
                    <a:pt x="2559888" y="405003"/>
                  </a:lnTo>
                  <a:lnTo>
                    <a:pt x="2559888" y="433971"/>
                  </a:lnTo>
                  <a:lnTo>
                    <a:pt x="2569413" y="433971"/>
                  </a:lnTo>
                  <a:lnTo>
                    <a:pt x="2569413" y="405003"/>
                  </a:lnTo>
                  <a:close/>
                </a:path>
                <a:path w="2569845" h="781050">
                  <a:moveTo>
                    <a:pt x="2569413" y="347078"/>
                  </a:moveTo>
                  <a:lnTo>
                    <a:pt x="2559888" y="347078"/>
                  </a:lnTo>
                  <a:lnTo>
                    <a:pt x="2559888" y="376047"/>
                  </a:lnTo>
                  <a:lnTo>
                    <a:pt x="2569413" y="376047"/>
                  </a:lnTo>
                  <a:lnTo>
                    <a:pt x="2569413" y="347078"/>
                  </a:lnTo>
                  <a:close/>
                </a:path>
                <a:path w="2569845" h="781050">
                  <a:moveTo>
                    <a:pt x="2569413" y="289140"/>
                  </a:moveTo>
                  <a:lnTo>
                    <a:pt x="2559888" y="289140"/>
                  </a:lnTo>
                  <a:lnTo>
                    <a:pt x="2559888" y="318109"/>
                  </a:lnTo>
                  <a:lnTo>
                    <a:pt x="2569413" y="318109"/>
                  </a:lnTo>
                  <a:lnTo>
                    <a:pt x="2569413" y="289140"/>
                  </a:lnTo>
                  <a:close/>
                </a:path>
                <a:path w="2569845" h="781050">
                  <a:moveTo>
                    <a:pt x="2569413" y="231203"/>
                  </a:moveTo>
                  <a:lnTo>
                    <a:pt x="2559888" y="231203"/>
                  </a:lnTo>
                  <a:lnTo>
                    <a:pt x="2559888" y="260172"/>
                  </a:lnTo>
                  <a:lnTo>
                    <a:pt x="2569413" y="260172"/>
                  </a:lnTo>
                  <a:lnTo>
                    <a:pt x="2569413" y="231203"/>
                  </a:lnTo>
                  <a:close/>
                </a:path>
                <a:path w="2569845" h="781050">
                  <a:moveTo>
                    <a:pt x="2569413" y="173278"/>
                  </a:moveTo>
                  <a:lnTo>
                    <a:pt x="2559888" y="173278"/>
                  </a:lnTo>
                  <a:lnTo>
                    <a:pt x="2559888" y="202247"/>
                  </a:lnTo>
                  <a:lnTo>
                    <a:pt x="2569413" y="202247"/>
                  </a:lnTo>
                  <a:lnTo>
                    <a:pt x="2569413" y="173278"/>
                  </a:lnTo>
                  <a:close/>
                </a:path>
                <a:path w="2569845" h="781050">
                  <a:moveTo>
                    <a:pt x="2569413" y="115341"/>
                  </a:moveTo>
                  <a:lnTo>
                    <a:pt x="2559888" y="115341"/>
                  </a:lnTo>
                  <a:lnTo>
                    <a:pt x="2559888" y="144310"/>
                  </a:lnTo>
                  <a:lnTo>
                    <a:pt x="2569413" y="144310"/>
                  </a:lnTo>
                  <a:lnTo>
                    <a:pt x="2569413" y="115341"/>
                  </a:lnTo>
                  <a:close/>
                </a:path>
                <a:path w="2569845" h="781050">
                  <a:moveTo>
                    <a:pt x="2569413" y="57404"/>
                  </a:moveTo>
                  <a:lnTo>
                    <a:pt x="2559888" y="57404"/>
                  </a:lnTo>
                  <a:lnTo>
                    <a:pt x="2559888" y="86372"/>
                  </a:lnTo>
                  <a:lnTo>
                    <a:pt x="2569413" y="86372"/>
                  </a:lnTo>
                  <a:lnTo>
                    <a:pt x="2569413" y="57404"/>
                  </a:lnTo>
                  <a:close/>
                </a:path>
              </a:pathLst>
            </a:custGeom>
            <a:solidFill>
              <a:srgbClr val="CDD4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66750" y="5572290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2521800" y="781049"/>
                  </a:moveTo>
                  <a:lnTo>
                    <a:pt x="47624" y="781049"/>
                  </a:lnTo>
                  <a:lnTo>
                    <a:pt x="29133" y="777291"/>
                  </a:lnTo>
                  <a:lnTo>
                    <a:pt x="13989" y="767059"/>
                  </a:lnTo>
                  <a:lnTo>
                    <a:pt x="3757" y="751916"/>
                  </a:lnTo>
                  <a:lnTo>
                    <a:pt x="0" y="733424"/>
                  </a:lnTo>
                  <a:lnTo>
                    <a:pt x="0" y="47623"/>
                  </a:lnTo>
                  <a:lnTo>
                    <a:pt x="3757" y="29132"/>
                  </a:lnTo>
                  <a:lnTo>
                    <a:pt x="13989" y="13989"/>
                  </a:lnTo>
                  <a:lnTo>
                    <a:pt x="29133" y="3757"/>
                  </a:lnTo>
                  <a:lnTo>
                    <a:pt x="47622" y="0"/>
                  </a:lnTo>
                  <a:lnTo>
                    <a:pt x="2521802" y="0"/>
                  </a:lnTo>
                  <a:lnTo>
                    <a:pt x="2540291" y="3757"/>
                  </a:lnTo>
                  <a:lnTo>
                    <a:pt x="2555435" y="13989"/>
                  </a:lnTo>
                  <a:lnTo>
                    <a:pt x="2565667" y="29132"/>
                  </a:lnTo>
                  <a:lnTo>
                    <a:pt x="2569424" y="47623"/>
                  </a:lnTo>
                  <a:lnTo>
                    <a:pt x="2569424" y="733424"/>
                  </a:lnTo>
                  <a:lnTo>
                    <a:pt x="2565667" y="751916"/>
                  </a:lnTo>
                  <a:lnTo>
                    <a:pt x="2555435" y="767059"/>
                  </a:lnTo>
                  <a:lnTo>
                    <a:pt x="2540291" y="777291"/>
                  </a:lnTo>
                  <a:lnTo>
                    <a:pt x="2521800" y="781049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66750" y="5572297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9525" y="694677"/>
                  </a:moveTo>
                  <a:lnTo>
                    <a:pt x="0" y="694677"/>
                  </a:lnTo>
                  <a:lnTo>
                    <a:pt x="0" y="723633"/>
                  </a:lnTo>
                  <a:lnTo>
                    <a:pt x="9525" y="723633"/>
                  </a:lnTo>
                  <a:lnTo>
                    <a:pt x="9525" y="694677"/>
                  </a:lnTo>
                  <a:close/>
                </a:path>
                <a:path w="2569845" h="781050">
                  <a:moveTo>
                    <a:pt x="9525" y="636739"/>
                  </a:moveTo>
                  <a:lnTo>
                    <a:pt x="0" y="636739"/>
                  </a:lnTo>
                  <a:lnTo>
                    <a:pt x="0" y="665708"/>
                  </a:lnTo>
                  <a:lnTo>
                    <a:pt x="9525" y="665708"/>
                  </a:lnTo>
                  <a:lnTo>
                    <a:pt x="9525" y="636739"/>
                  </a:lnTo>
                  <a:close/>
                </a:path>
                <a:path w="2569845" h="781050">
                  <a:moveTo>
                    <a:pt x="9525" y="578802"/>
                  </a:moveTo>
                  <a:lnTo>
                    <a:pt x="0" y="578802"/>
                  </a:lnTo>
                  <a:lnTo>
                    <a:pt x="0" y="607771"/>
                  </a:lnTo>
                  <a:lnTo>
                    <a:pt x="9525" y="607771"/>
                  </a:lnTo>
                  <a:lnTo>
                    <a:pt x="9525" y="578802"/>
                  </a:lnTo>
                  <a:close/>
                </a:path>
                <a:path w="2569845" h="781050">
                  <a:moveTo>
                    <a:pt x="9525" y="520877"/>
                  </a:moveTo>
                  <a:lnTo>
                    <a:pt x="0" y="520877"/>
                  </a:lnTo>
                  <a:lnTo>
                    <a:pt x="0" y="549833"/>
                  </a:lnTo>
                  <a:lnTo>
                    <a:pt x="9525" y="549833"/>
                  </a:lnTo>
                  <a:lnTo>
                    <a:pt x="9525" y="520877"/>
                  </a:lnTo>
                  <a:close/>
                </a:path>
                <a:path w="2569845" h="781050">
                  <a:moveTo>
                    <a:pt x="9525" y="462940"/>
                  </a:moveTo>
                  <a:lnTo>
                    <a:pt x="0" y="462940"/>
                  </a:lnTo>
                  <a:lnTo>
                    <a:pt x="0" y="491909"/>
                  </a:lnTo>
                  <a:lnTo>
                    <a:pt x="9525" y="491909"/>
                  </a:lnTo>
                  <a:lnTo>
                    <a:pt x="9525" y="462940"/>
                  </a:lnTo>
                  <a:close/>
                </a:path>
                <a:path w="2569845" h="781050">
                  <a:moveTo>
                    <a:pt x="9525" y="405003"/>
                  </a:moveTo>
                  <a:lnTo>
                    <a:pt x="0" y="405003"/>
                  </a:lnTo>
                  <a:lnTo>
                    <a:pt x="0" y="433971"/>
                  </a:lnTo>
                  <a:lnTo>
                    <a:pt x="9525" y="433971"/>
                  </a:lnTo>
                  <a:lnTo>
                    <a:pt x="9525" y="405003"/>
                  </a:lnTo>
                  <a:close/>
                </a:path>
                <a:path w="2569845" h="781050">
                  <a:moveTo>
                    <a:pt x="9525" y="347078"/>
                  </a:moveTo>
                  <a:lnTo>
                    <a:pt x="0" y="347078"/>
                  </a:lnTo>
                  <a:lnTo>
                    <a:pt x="0" y="376047"/>
                  </a:lnTo>
                  <a:lnTo>
                    <a:pt x="9525" y="376047"/>
                  </a:lnTo>
                  <a:lnTo>
                    <a:pt x="9525" y="347078"/>
                  </a:lnTo>
                  <a:close/>
                </a:path>
                <a:path w="2569845" h="781050">
                  <a:moveTo>
                    <a:pt x="9525" y="289140"/>
                  </a:moveTo>
                  <a:lnTo>
                    <a:pt x="0" y="289140"/>
                  </a:lnTo>
                  <a:lnTo>
                    <a:pt x="0" y="318109"/>
                  </a:lnTo>
                  <a:lnTo>
                    <a:pt x="9525" y="318109"/>
                  </a:lnTo>
                  <a:lnTo>
                    <a:pt x="9525" y="289140"/>
                  </a:lnTo>
                  <a:close/>
                </a:path>
                <a:path w="2569845" h="781050">
                  <a:moveTo>
                    <a:pt x="9525" y="231203"/>
                  </a:moveTo>
                  <a:lnTo>
                    <a:pt x="0" y="231203"/>
                  </a:lnTo>
                  <a:lnTo>
                    <a:pt x="0" y="260172"/>
                  </a:lnTo>
                  <a:lnTo>
                    <a:pt x="9525" y="260172"/>
                  </a:lnTo>
                  <a:lnTo>
                    <a:pt x="9525" y="231203"/>
                  </a:lnTo>
                  <a:close/>
                </a:path>
                <a:path w="2569845" h="781050">
                  <a:moveTo>
                    <a:pt x="9525" y="173278"/>
                  </a:moveTo>
                  <a:lnTo>
                    <a:pt x="0" y="173278"/>
                  </a:lnTo>
                  <a:lnTo>
                    <a:pt x="0" y="202247"/>
                  </a:lnTo>
                  <a:lnTo>
                    <a:pt x="9525" y="202247"/>
                  </a:lnTo>
                  <a:lnTo>
                    <a:pt x="9525" y="173278"/>
                  </a:lnTo>
                  <a:close/>
                </a:path>
                <a:path w="2569845" h="781050">
                  <a:moveTo>
                    <a:pt x="9525" y="115341"/>
                  </a:moveTo>
                  <a:lnTo>
                    <a:pt x="0" y="115341"/>
                  </a:lnTo>
                  <a:lnTo>
                    <a:pt x="0" y="144310"/>
                  </a:lnTo>
                  <a:lnTo>
                    <a:pt x="9525" y="144310"/>
                  </a:lnTo>
                  <a:lnTo>
                    <a:pt x="9525" y="115341"/>
                  </a:lnTo>
                  <a:close/>
                </a:path>
                <a:path w="2569845" h="781050">
                  <a:moveTo>
                    <a:pt x="9525" y="57404"/>
                  </a:moveTo>
                  <a:lnTo>
                    <a:pt x="0" y="57404"/>
                  </a:lnTo>
                  <a:lnTo>
                    <a:pt x="0" y="86372"/>
                  </a:lnTo>
                  <a:lnTo>
                    <a:pt x="9525" y="86372"/>
                  </a:lnTo>
                  <a:lnTo>
                    <a:pt x="9525" y="57404"/>
                  </a:lnTo>
                  <a:close/>
                </a:path>
                <a:path w="2569845" h="781050">
                  <a:moveTo>
                    <a:pt x="31013" y="13754"/>
                  </a:moveTo>
                  <a:lnTo>
                    <a:pt x="26860" y="5295"/>
                  </a:lnTo>
                  <a:lnTo>
                    <a:pt x="13982" y="13995"/>
                  </a:lnTo>
                  <a:lnTo>
                    <a:pt x="5054" y="27190"/>
                  </a:lnTo>
                  <a:lnTo>
                    <a:pt x="13576" y="31280"/>
                  </a:lnTo>
                  <a:lnTo>
                    <a:pt x="20713" y="20713"/>
                  </a:lnTo>
                  <a:lnTo>
                    <a:pt x="31013" y="13754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20713" y="760222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31013" y="767207"/>
                  </a:lnTo>
                  <a:lnTo>
                    <a:pt x="20726" y="760234"/>
                  </a:lnTo>
                  <a:lnTo>
                    <a:pt x="13576" y="749769"/>
                  </a:lnTo>
                  <a:lnTo>
                    <a:pt x="5054" y="753846"/>
                  </a:lnTo>
                  <a:lnTo>
                    <a:pt x="13982" y="767054"/>
                  </a:lnTo>
                  <a:lnTo>
                    <a:pt x="26860" y="775716"/>
                  </a:lnTo>
                  <a:lnTo>
                    <a:pt x="31038" y="767207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84556" y="771525"/>
                  </a:moveTo>
                  <a:lnTo>
                    <a:pt x="56311" y="771525"/>
                  </a:lnTo>
                  <a:lnTo>
                    <a:pt x="56311" y="781050"/>
                  </a:lnTo>
                  <a:lnTo>
                    <a:pt x="84556" y="781050"/>
                  </a:lnTo>
                  <a:lnTo>
                    <a:pt x="84556" y="771525"/>
                  </a:lnTo>
                  <a:close/>
                </a:path>
                <a:path w="2569845" h="781050">
                  <a:moveTo>
                    <a:pt x="84556" y="0"/>
                  </a:moveTo>
                  <a:lnTo>
                    <a:pt x="56311" y="0"/>
                  </a:lnTo>
                  <a:lnTo>
                    <a:pt x="56311" y="9525"/>
                  </a:lnTo>
                  <a:lnTo>
                    <a:pt x="84556" y="9525"/>
                  </a:lnTo>
                  <a:lnTo>
                    <a:pt x="84556" y="0"/>
                  </a:lnTo>
                  <a:close/>
                </a:path>
                <a:path w="2569845" h="781050">
                  <a:moveTo>
                    <a:pt x="141033" y="771525"/>
                  </a:moveTo>
                  <a:lnTo>
                    <a:pt x="112788" y="771525"/>
                  </a:lnTo>
                  <a:lnTo>
                    <a:pt x="112788" y="781050"/>
                  </a:lnTo>
                  <a:lnTo>
                    <a:pt x="141033" y="781050"/>
                  </a:lnTo>
                  <a:lnTo>
                    <a:pt x="141033" y="771525"/>
                  </a:lnTo>
                  <a:close/>
                </a:path>
                <a:path w="2569845" h="781050">
                  <a:moveTo>
                    <a:pt x="141033" y="0"/>
                  </a:moveTo>
                  <a:lnTo>
                    <a:pt x="112788" y="0"/>
                  </a:lnTo>
                  <a:lnTo>
                    <a:pt x="112788" y="9525"/>
                  </a:lnTo>
                  <a:lnTo>
                    <a:pt x="141033" y="9525"/>
                  </a:lnTo>
                  <a:lnTo>
                    <a:pt x="141033" y="0"/>
                  </a:lnTo>
                  <a:close/>
                </a:path>
                <a:path w="2569845" h="781050">
                  <a:moveTo>
                    <a:pt x="197510" y="771525"/>
                  </a:moveTo>
                  <a:lnTo>
                    <a:pt x="169265" y="771525"/>
                  </a:lnTo>
                  <a:lnTo>
                    <a:pt x="169265" y="781050"/>
                  </a:lnTo>
                  <a:lnTo>
                    <a:pt x="197510" y="781050"/>
                  </a:lnTo>
                  <a:lnTo>
                    <a:pt x="197510" y="771525"/>
                  </a:lnTo>
                  <a:close/>
                </a:path>
                <a:path w="2569845" h="781050">
                  <a:moveTo>
                    <a:pt x="197510" y="0"/>
                  </a:moveTo>
                  <a:lnTo>
                    <a:pt x="169265" y="0"/>
                  </a:lnTo>
                  <a:lnTo>
                    <a:pt x="169265" y="9525"/>
                  </a:lnTo>
                  <a:lnTo>
                    <a:pt x="197510" y="9525"/>
                  </a:lnTo>
                  <a:lnTo>
                    <a:pt x="197510" y="0"/>
                  </a:lnTo>
                  <a:close/>
                </a:path>
                <a:path w="2569845" h="781050">
                  <a:moveTo>
                    <a:pt x="253987" y="771525"/>
                  </a:moveTo>
                  <a:lnTo>
                    <a:pt x="225742" y="771525"/>
                  </a:lnTo>
                  <a:lnTo>
                    <a:pt x="225742" y="781050"/>
                  </a:lnTo>
                  <a:lnTo>
                    <a:pt x="253987" y="781050"/>
                  </a:lnTo>
                  <a:lnTo>
                    <a:pt x="253987" y="771525"/>
                  </a:lnTo>
                  <a:close/>
                </a:path>
                <a:path w="2569845" h="781050">
                  <a:moveTo>
                    <a:pt x="253987" y="0"/>
                  </a:moveTo>
                  <a:lnTo>
                    <a:pt x="225742" y="0"/>
                  </a:lnTo>
                  <a:lnTo>
                    <a:pt x="225742" y="9525"/>
                  </a:lnTo>
                  <a:lnTo>
                    <a:pt x="253987" y="9525"/>
                  </a:lnTo>
                  <a:lnTo>
                    <a:pt x="253987" y="0"/>
                  </a:lnTo>
                  <a:close/>
                </a:path>
                <a:path w="2569845" h="781050">
                  <a:moveTo>
                    <a:pt x="310464" y="771525"/>
                  </a:moveTo>
                  <a:lnTo>
                    <a:pt x="282219" y="771525"/>
                  </a:lnTo>
                  <a:lnTo>
                    <a:pt x="282219" y="781050"/>
                  </a:lnTo>
                  <a:lnTo>
                    <a:pt x="310464" y="781050"/>
                  </a:lnTo>
                  <a:lnTo>
                    <a:pt x="310464" y="771525"/>
                  </a:lnTo>
                  <a:close/>
                </a:path>
                <a:path w="2569845" h="781050">
                  <a:moveTo>
                    <a:pt x="310464" y="0"/>
                  </a:moveTo>
                  <a:lnTo>
                    <a:pt x="282219" y="0"/>
                  </a:lnTo>
                  <a:lnTo>
                    <a:pt x="282219" y="9525"/>
                  </a:lnTo>
                  <a:lnTo>
                    <a:pt x="310464" y="9525"/>
                  </a:lnTo>
                  <a:lnTo>
                    <a:pt x="310464" y="0"/>
                  </a:lnTo>
                  <a:close/>
                </a:path>
                <a:path w="2569845" h="781050">
                  <a:moveTo>
                    <a:pt x="366941" y="771525"/>
                  </a:moveTo>
                  <a:lnTo>
                    <a:pt x="338696" y="771525"/>
                  </a:lnTo>
                  <a:lnTo>
                    <a:pt x="338696" y="781050"/>
                  </a:lnTo>
                  <a:lnTo>
                    <a:pt x="366941" y="781050"/>
                  </a:lnTo>
                  <a:lnTo>
                    <a:pt x="366941" y="771525"/>
                  </a:lnTo>
                  <a:close/>
                </a:path>
                <a:path w="2569845" h="781050">
                  <a:moveTo>
                    <a:pt x="366941" y="0"/>
                  </a:moveTo>
                  <a:lnTo>
                    <a:pt x="338696" y="0"/>
                  </a:lnTo>
                  <a:lnTo>
                    <a:pt x="338696" y="9525"/>
                  </a:lnTo>
                  <a:lnTo>
                    <a:pt x="366941" y="9525"/>
                  </a:lnTo>
                  <a:lnTo>
                    <a:pt x="366941" y="0"/>
                  </a:lnTo>
                  <a:close/>
                </a:path>
                <a:path w="2569845" h="781050">
                  <a:moveTo>
                    <a:pt x="423418" y="771525"/>
                  </a:moveTo>
                  <a:lnTo>
                    <a:pt x="395185" y="771525"/>
                  </a:lnTo>
                  <a:lnTo>
                    <a:pt x="395185" y="781050"/>
                  </a:lnTo>
                  <a:lnTo>
                    <a:pt x="423418" y="781050"/>
                  </a:lnTo>
                  <a:lnTo>
                    <a:pt x="423418" y="771525"/>
                  </a:lnTo>
                  <a:close/>
                </a:path>
                <a:path w="2569845" h="781050">
                  <a:moveTo>
                    <a:pt x="423418" y="0"/>
                  </a:moveTo>
                  <a:lnTo>
                    <a:pt x="395185" y="0"/>
                  </a:lnTo>
                  <a:lnTo>
                    <a:pt x="395185" y="9525"/>
                  </a:lnTo>
                  <a:lnTo>
                    <a:pt x="423418" y="9525"/>
                  </a:lnTo>
                  <a:lnTo>
                    <a:pt x="423418" y="0"/>
                  </a:lnTo>
                  <a:close/>
                </a:path>
                <a:path w="2569845" h="781050">
                  <a:moveTo>
                    <a:pt x="479894" y="771525"/>
                  </a:moveTo>
                  <a:lnTo>
                    <a:pt x="451662" y="771525"/>
                  </a:lnTo>
                  <a:lnTo>
                    <a:pt x="451662" y="781050"/>
                  </a:lnTo>
                  <a:lnTo>
                    <a:pt x="479894" y="781050"/>
                  </a:lnTo>
                  <a:lnTo>
                    <a:pt x="479894" y="771525"/>
                  </a:lnTo>
                  <a:close/>
                </a:path>
                <a:path w="2569845" h="781050">
                  <a:moveTo>
                    <a:pt x="479894" y="0"/>
                  </a:moveTo>
                  <a:lnTo>
                    <a:pt x="451662" y="0"/>
                  </a:lnTo>
                  <a:lnTo>
                    <a:pt x="451662" y="9525"/>
                  </a:lnTo>
                  <a:lnTo>
                    <a:pt x="479894" y="9525"/>
                  </a:lnTo>
                  <a:lnTo>
                    <a:pt x="479894" y="0"/>
                  </a:lnTo>
                  <a:close/>
                </a:path>
                <a:path w="2569845" h="781050">
                  <a:moveTo>
                    <a:pt x="536371" y="771525"/>
                  </a:moveTo>
                  <a:lnTo>
                    <a:pt x="508139" y="771525"/>
                  </a:lnTo>
                  <a:lnTo>
                    <a:pt x="508139" y="781050"/>
                  </a:lnTo>
                  <a:lnTo>
                    <a:pt x="536371" y="781050"/>
                  </a:lnTo>
                  <a:lnTo>
                    <a:pt x="536371" y="771525"/>
                  </a:lnTo>
                  <a:close/>
                </a:path>
                <a:path w="2569845" h="781050">
                  <a:moveTo>
                    <a:pt x="536371" y="0"/>
                  </a:moveTo>
                  <a:lnTo>
                    <a:pt x="508139" y="0"/>
                  </a:lnTo>
                  <a:lnTo>
                    <a:pt x="508139" y="9525"/>
                  </a:lnTo>
                  <a:lnTo>
                    <a:pt x="536371" y="9525"/>
                  </a:lnTo>
                  <a:lnTo>
                    <a:pt x="536371" y="0"/>
                  </a:lnTo>
                  <a:close/>
                </a:path>
                <a:path w="2569845" h="781050">
                  <a:moveTo>
                    <a:pt x="592848" y="771525"/>
                  </a:moveTo>
                  <a:lnTo>
                    <a:pt x="564616" y="771525"/>
                  </a:lnTo>
                  <a:lnTo>
                    <a:pt x="564616" y="781050"/>
                  </a:lnTo>
                  <a:lnTo>
                    <a:pt x="592848" y="781050"/>
                  </a:lnTo>
                  <a:lnTo>
                    <a:pt x="592848" y="771525"/>
                  </a:lnTo>
                  <a:close/>
                </a:path>
                <a:path w="2569845" h="781050">
                  <a:moveTo>
                    <a:pt x="592848" y="0"/>
                  </a:moveTo>
                  <a:lnTo>
                    <a:pt x="564616" y="0"/>
                  </a:lnTo>
                  <a:lnTo>
                    <a:pt x="564616" y="9525"/>
                  </a:lnTo>
                  <a:lnTo>
                    <a:pt x="592848" y="9525"/>
                  </a:lnTo>
                  <a:lnTo>
                    <a:pt x="592848" y="0"/>
                  </a:lnTo>
                  <a:close/>
                </a:path>
                <a:path w="2569845" h="781050">
                  <a:moveTo>
                    <a:pt x="649325" y="771525"/>
                  </a:moveTo>
                  <a:lnTo>
                    <a:pt x="621093" y="771525"/>
                  </a:lnTo>
                  <a:lnTo>
                    <a:pt x="621093" y="781050"/>
                  </a:lnTo>
                  <a:lnTo>
                    <a:pt x="649325" y="781050"/>
                  </a:lnTo>
                  <a:lnTo>
                    <a:pt x="649325" y="771525"/>
                  </a:lnTo>
                  <a:close/>
                </a:path>
                <a:path w="2569845" h="781050">
                  <a:moveTo>
                    <a:pt x="649325" y="0"/>
                  </a:moveTo>
                  <a:lnTo>
                    <a:pt x="621093" y="0"/>
                  </a:lnTo>
                  <a:lnTo>
                    <a:pt x="621093" y="9525"/>
                  </a:lnTo>
                  <a:lnTo>
                    <a:pt x="649325" y="9525"/>
                  </a:lnTo>
                  <a:lnTo>
                    <a:pt x="649325" y="0"/>
                  </a:lnTo>
                  <a:close/>
                </a:path>
                <a:path w="2569845" h="781050">
                  <a:moveTo>
                    <a:pt x="705802" y="771525"/>
                  </a:moveTo>
                  <a:lnTo>
                    <a:pt x="677570" y="771525"/>
                  </a:lnTo>
                  <a:lnTo>
                    <a:pt x="677570" y="781050"/>
                  </a:lnTo>
                  <a:lnTo>
                    <a:pt x="705802" y="781050"/>
                  </a:lnTo>
                  <a:lnTo>
                    <a:pt x="705802" y="771525"/>
                  </a:lnTo>
                  <a:close/>
                </a:path>
                <a:path w="2569845" h="781050">
                  <a:moveTo>
                    <a:pt x="705802" y="0"/>
                  </a:moveTo>
                  <a:lnTo>
                    <a:pt x="677570" y="0"/>
                  </a:lnTo>
                  <a:lnTo>
                    <a:pt x="677570" y="9525"/>
                  </a:lnTo>
                  <a:lnTo>
                    <a:pt x="705802" y="9525"/>
                  </a:lnTo>
                  <a:lnTo>
                    <a:pt x="705802" y="0"/>
                  </a:lnTo>
                  <a:close/>
                </a:path>
                <a:path w="2569845" h="781050">
                  <a:moveTo>
                    <a:pt x="762292" y="771525"/>
                  </a:moveTo>
                  <a:lnTo>
                    <a:pt x="734047" y="771525"/>
                  </a:lnTo>
                  <a:lnTo>
                    <a:pt x="734047" y="781050"/>
                  </a:lnTo>
                  <a:lnTo>
                    <a:pt x="762292" y="781050"/>
                  </a:lnTo>
                  <a:lnTo>
                    <a:pt x="762292" y="771525"/>
                  </a:lnTo>
                  <a:close/>
                </a:path>
                <a:path w="2569845" h="781050">
                  <a:moveTo>
                    <a:pt x="762292" y="0"/>
                  </a:moveTo>
                  <a:lnTo>
                    <a:pt x="734047" y="0"/>
                  </a:lnTo>
                  <a:lnTo>
                    <a:pt x="734047" y="9525"/>
                  </a:lnTo>
                  <a:lnTo>
                    <a:pt x="762292" y="9525"/>
                  </a:lnTo>
                  <a:lnTo>
                    <a:pt x="762292" y="0"/>
                  </a:lnTo>
                  <a:close/>
                </a:path>
                <a:path w="2569845" h="781050">
                  <a:moveTo>
                    <a:pt x="818769" y="771525"/>
                  </a:moveTo>
                  <a:lnTo>
                    <a:pt x="790524" y="771525"/>
                  </a:lnTo>
                  <a:lnTo>
                    <a:pt x="790524" y="781050"/>
                  </a:lnTo>
                  <a:lnTo>
                    <a:pt x="818769" y="781050"/>
                  </a:lnTo>
                  <a:lnTo>
                    <a:pt x="818769" y="771525"/>
                  </a:lnTo>
                  <a:close/>
                </a:path>
                <a:path w="2569845" h="781050">
                  <a:moveTo>
                    <a:pt x="818769" y="0"/>
                  </a:moveTo>
                  <a:lnTo>
                    <a:pt x="790524" y="0"/>
                  </a:lnTo>
                  <a:lnTo>
                    <a:pt x="790524" y="9525"/>
                  </a:lnTo>
                  <a:lnTo>
                    <a:pt x="818769" y="9525"/>
                  </a:lnTo>
                  <a:lnTo>
                    <a:pt x="818769" y="0"/>
                  </a:lnTo>
                  <a:close/>
                </a:path>
                <a:path w="2569845" h="781050">
                  <a:moveTo>
                    <a:pt x="875245" y="771525"/>
                  </a:moveTo>
                  <a:lnTo>
                    <a:pt x="847001" y="771525"/>
                  </a:lnTo>
                  <a:lnTo>
                    <a:pt x="847001" y="781050"/>
                  </a:lnTo>
                  <a:lnTo>
                    <a:pt x="875245" y="781050"/>
                  </a:lnTo>
                  <a:lnTo>
                    <a:pt x="875245" y="771525"/>
                  </a:lnTo>
                  <a:close/>
                </a:path>
                <a:path w="2569845" h="781050">
                  <a:moveTo>
                    <a:pt x="875245" y="0"/>
                  </a:moveTo>
                  <a:lnTo>
                    <a:pt x="847001" y="0"/>
                  </a:lnTo>
                  <a:lnTo>
                    <a:pt x="847001" y="9525"/>
                  </a:lnTo>
                  <a:lnTo>
                    <a:pt x="875245" y="9525"/>
                  </a:lnTo>
                  <a:lnTo>
                    <a:pt x="875245" y="0"/>
                  </a:lnTo>
                  <a:close/>
                </a:path>
                <a:path w="2569845" h="781050">
                  <a:moveTo>
                    <a:pt x="931722" y="771525"/>
                  </a:moveTo>
                  <a:lnTo>
                    <a:pt x="903478" y="771525"/>
                  </a:lnTo>
                  <a:lnTo>
                    <a:pt x="903478" y="781050"/>
                  </a:lnTo>
                  <a:lnTo>
                    <a:pt x="931722" y="781050"/>
                  </a:lnTo>
                  <a:lnTo>
                    <a:pt x="931722" y="771525"/>
                  </a:lnTo>
                  <a:close/>
                </a:path>
                <a:path w="2569845" h="781050">
                  <a:moveTo>
                    <a:pt x="931722" y="0"/>
                  </a:moveTo>
                  <a:lnTo>
                    <a:pt x="903478" y="0"/>
                  </a:lnTo>
                  <a:lnTo>
                    <a:pt x="903478" y="9525"/>
                  </a:lnTo>
                  <a:lnTo>
                    <a:pt x="931722" y="9525"/>
                  </a:lnTo>
                  <a:lnTo>
                    <a:pt x="931722" y="0"/>
                  </a:lnTo>
                  <a:close/>
                </a:path>
                <a:path w="2569845" h="781050">
                  <a:moveTo>
                    <a:pt x="988199" y="771525"/>
                  </a:moveTo>
                  <a:lnTo>
                    <a:pt x="959954" y="771525"/>
                  </a:lnTo>
                  <a:lnTo>
                    <a:pt x="959954" y="781050"/>
                  </a:lnTo>
                  <a:lnTo>
                    <a:pt x="988199" y="781050"/>
                  </a:lnTo>
                  <a:lnTo>
                    <a:pt x="988199" y="771525"/>
                  </a:lnTo>
                  <a:close/>
                </a:path>
                <a:path w="2569845" h="781050">
                  <a:moveTo>
                    <a:pt x="988199" y="0"/>
                  </a:moveTo>
                  <a:lnTo>
                    <a:pt x="959954" y="0"/>
                  </a:lnTo>
                  <a:lnTo>
                    <a:pt x="959954" y="9525"/>
                  </a:lnTo>
                  <a:lnTo>
                    <a:pt x="988199" y="9525"/>
                  </a:lnTo>
                  <a:lnTo>
                    <a:pt x="988199" y="0"/>
                  </a:lnTo>
                  <a:close/>
                </a:path>
                <a:path w="2569845" h="781050">
                  <a:moveTo>
                    <a:pt x="1044676" y="771525"/>
                  </a:moveTo>
                  <a:lnTo>
                    <a:pt x="1016431" y="771525"/>
                  </a:lnTo>
                  <a:lnTo>
                    <a:pt x="1016431" y="781050"/>
                  </a:lnTo>
                  <a:lnTo>
                    <a:pt x="1044676" y="781050"/>
                  </a:lnTo>
                  <a:lnTo>
                    <a:pt x="1044676" y="771525"/>
                  </a:lnTo>
                  <a:close/>
                </a:path>
                <a:path w="2569845" h="781050">
                  <a:moveTo>
                    <a:pt x="1044676" y="0"/>
                  </a:moveTo>
                  <a:lnTo>
                    <a:pt x="1016431" y="0"/>
                  </a:lnTo>
                  <a:lnTo>
                    <a:pt x="1016431" y="9525"/>
                  </a:lnTo>
                  <a:lnTo>
                    <a:pt x="1044676" y="9525"/>
                  </a:lnTo>
                  <a:lnTo>
                    <a:pt x="1044676" y="0"/>
                  </a:lnTo>
                  <a:close/>
                </a:path>
                <a:path w="2569845" h="781050">
                  <a:moveTo>
                    <a:pt x="1101153" y="771525"/>
                  </a:moveTo>
                  <a:lnTo>
                    <a:pt x="1072908" y="771525"/>
                  </a:lnTo>
                  <a:lnTo>
                    <a:pt x="1072908" y="781050"/>
                  </a:lnTo>
                  <a:lnTo>
                    <a:pt x="1101153" y="781050"/>
                  </a:lnTo>
                  <a:lnTo>
                    <a:pt x="1101153" y="771525"/>
                  </a:lnTo>
                  <a:close/>
                </a:path>
                <a:path w="2569845" h="781050">
                  <a:moveTo>
                    <a:pt x="1101153" y="0"/>
                  </a:moveTo>
                  <a:lnTo>
                    <a:pt x="1072908" y="0"/>
                  </a:lnTo>
                  <a:lnTo>
                    <a:pt x="1072908" y="9525"/>
                  </a:lnTo>
                  <a:lnTo>
                    <a:pt x="1101153" y="9525"/>
                  </a:lnTo>
                  <a:lnTo>
                    <a:pt x="1101153" y="0"/>
                  </a:lnTo>
                  <a:close/>
                </a:path>
                <a:path w="2569845" h="781050">
                  <a:moveTo>
                    <a:pt x="1157630" y="771525"/>
                  </a:moveTo>
                  <a:lnTo>
                    <a:pt x="1129398" y="771525"/>
                  </a:lnTo>
                  <a:lnTo>
                    <a:pt x="1129398" y="781050"/>
                  </a:lnTo>
                  <a:lnTo>
                    <a:pt x="1157630" y="781050"/>
                  </a:lnTo>
                  <a:lnTo>
                    <a:pt x="1157630" y="771525"/>
                  </a:lnTo>
                  <a:close/>
                </a:path>
                <a:path w="2569845" h="781050">
                  <a:moveTo>
                    <a:pt x="1157630" y="0"/>
                  </a:moveTo>
                  <a:lnTo>
                    <a:pt x="1129398" y="0"/>
                  </a:lnTo>
                  <a:lnTo>
                    <a:pt x="1129398" y="9525"/>
                  </a:lnTo>
                  <a:lnTo>
                    <a:pt x="1157630" y="9525"/>
                  </a:lnTo>
                  <a:lnTo>
                    <a:pt x="1157630" y="0"/>
                  </a:lnTo>
                  <a:close/>
                </a:path>
                <a:path w="2569845" h="781050">
                  <a:moveTo>
                    <a:pt x="1214107" y="771525"/>
                  </a:moveTo>
                  <a:lnTo>
                    <a:pt x="1185875" y="771525"/>
                  </a:lnTo>
                  <a:lnTo>
                    <a:pt x="1185875" y="781050"/>
                  </a:lnTo>
                  <a:lnTo>
                    <a:pt x="1214107" y="781050"/>
                  </a:lnTo>
                  <a:lnTo>
                    <a:pt x="1214107" y="771525"/>
                  </a:lnTo>
                  <a:close/>
                </a:path>
                <a:path w="2569845" h="781050">
                  <a:moveTo>
                    <a:pt x="1214107" y="0"/>
                  </a:moveTo>
                  <a:lnTo>
                    <a:pt x="1185875" y="0"/>
                  </a:lnTo>
                  <a:lnTo>
                    <a:pt x="1185875" y="9525"/>
                  </a:lnTo>
                  <a:lnTo>
                    <a:pt x="1214107" y="9525"/>
                  </a:lnTo>
                  <a:lnTo>
                    <a:pt x="1214107" y="0"/>
                  </a:lnTo>
                  <a:close/>
                </a:path>
                <a:path w="2569845" h="781050">
                  <a:moveTo>
                    <a:pt x="1270584" y="771525"/>
                  </a:moveTo>
                  <a:lnTo>
                    <a:pt x="1242352" y="771525"/>
                  </a:lnTo>
                  <a:lnTo>
                    <a:pt x="1242352" y="781050"/>
                  </a:lnTo>
                  <a:lnTo>
                    <a:pt x="1270584" y="781050"/>
                  </a:lnTo>
                  <a:lnTo>
                    <a:pt x="1270584" y="771525"/>
                  </a:lnTo>
                  <a:close/>
                </a:path>
                <a:path w="2569845" h="781050">
                  <a:moveTo>
                    <a:pt x="1270584" y="0"/>
                  </a:moveTo>
                  <a:lnTo>
                    <a:pt x="1242352" y="0"/>
                  </a:lnTo>
                  <a:lnTo>
                    <a:pt x="1242352" y="9525"/>
                  </a:lnTo>
                  <a:lnTo>
                    <a:pt x="1270584" y="9525"/>
                  </a:lnTo>
                  <a:lnTo>
                    <a:pt x="1270584" y="0"/>
                  </a:lnTo>
                  <a:close/>
                </a:path>
                <a:path w="2569845" h="781050">
                  <a:moveTo>
                    <a:pt x="1327061" y="771525"/>
                  </a:moveTo>
                  <a:lnTo>
                    <a:pt x="1298829" y="771525"/>
                  </a:lnTo>
                  <a:lnTo>
                    <a:pt x="1298829" y="781050"/>
                  </a:lnTo>
                  <a:lnTo>
                    <a:pt x="1327061" y="781050"/>
                  </a:lnTo>
                  <a:lnTo>
                    <a:pt x="1327061" y="771525"/>
                  </a:lnTo>
                  <a:close/>
                </a:path>
                <a:path w="2569845" h="781050">
                  <a:moveTo>
                    <a:pt x="1327061" y="0"/>
                  </a:moveTo>
                  <a:lnTo>
                    <a:pt x="1298829" y="0"/>
                  </a:lnTo>
                  <a:lnTo>
                    <a:pt x="1298829" y="9525"/>
                  </a:lnTo>
                  <a:lnTo>
                    <a:pt x="1327061" y="9525"/>
                  </a:lnTo>
                  <a:lnTo>
                    <a:pt x="1327061" y="0"/>
                  </a:lnTo>
                  <a:close/>
                </a:path>
                <a:path w="2569845" h="781050">
                  <a:moveTo>
                    <a:pt x="1383538" y="771525"/>
                  </a:moveTo>
                  <a:lnTo>
                    <a:pt x="1355305" y="771525"/>
                  </a:lnTo>
                  <a:lnTo>
                    <a:pt x="1355305" y="781050"/>
                  </a:lnTo>
                  <a:lnTo>
                    <a:pt x="1383538" y="781050"/>
                  </a:lnTo>
                  <a:lnTo>
                    <a:pt x="1383538" y="771525"/>
                  </a:lnTo>
                  <a:close/>
                </a:path>
                <a:path w="2569845" h="781050">
                  <a:moveTo>
                    <a:pt x="1383538" y="0"/>
                  </a:moveTo>
                  <a:lnTo>
                    <a:pt x="1355305" y="0"/>
                  </a:lnTo>
                  <a:lnTo>
                    <a:pt x="1355305" y="9525"/>
                  </a:lnTo>
                  <a:lnTo>
                    <a:pt x="1383538" y="9525"/>
                  </a:lnTo>
                  <a:lnTo>
                    <a:pt x="1383538" y="0"/>
                  </a:lnTo>
                  <a:close/>
                </a:path>
                <a:path w="2569845" h="781050">
                  <a:moveTo>
                    <a:pt x="1440014" y="771525"/>
                  </a:moveTo>
                  <a:lnTo>
                    <a:pt x="1411782" y="771525"/>
                  </a:lnTo>
                  <a:lnTo>
                    <a:pt x="1411782" y="781050"/>
                  </a:lnTo>
                  <a:lnTo>
                    <a:pt x="1440014" y="781050"/>
                  </a:lnTo>
                  <a:lnTo>
                    <a:pt x="1440014" y="771525"/>
                  </a:lnTo>
                  <a:close/>
                </a:path>
                <a:path w="2569845" h="781050">
                  <a:moveTo>
                    <a:pt x="1440014" y="0"/>
                  </a:moveTo>
                  <a:lnTo>
                    <a:pt x="1411782" y="0"/>
                  </a:lnTo>
                  <a:lnTo>
                    <a:pt x="1411782" y="9525"/>
                  </a:lnTo>
                  <a:lnTo>
                    <a:pt x="1440014" y="9525"/>
                  </a:lnTo>
                  <a:lnTo>
                    <a:pt x="1440014" y="0"/>
                  </a:lnTo>
                  <a:close/>
                </a:path>
                <a:path w="2569845" h="781050">
                  <a:moveTo>
                    <a:pt x="1496504" y="771525"/>
                  </a:moveTo>
                  <a:lnTo>
                    <a:pt x="1468259" y="771525"/>
                  </a:lnTo>
                  <a:lnTo>
                    <a:pt x="1468259" y="781050"/>
                  </a:lnTo>
                  <a:lnTo>
                    <a:pt x="1496504" y="781050"/>
                  </a:lnTo>
                  <a:lnTo>
                    <a:pt x="1496504" y="771525"/>
                  </a:lnTo>
                  <a:close/>
                </a:path>
                <a:path w="2569845" h="781050">
                  <a:moveTo>
                    <a:pt x="1496504" y="0"/>
                  </a:moveTo>
                  <a:lnTo>
                    <a:pt x="1468259" y="0"/>
                  </a:lnTo>
                  <a:lnTo>
                    <a:pt x="1468259" y="9525"/>
                  </a:lnTo>
                  <a:lnTo>
                    <a:pt x="1496504" y="9525"/>
                  </a:lnTo>
                  <a:lnTo>
                    <a:pt x="1496504" y="0"/>
                  </a:lnTo>
                  <a:close/>
                </a:path>
                <a:path w="2569845" h="781050">
                  <a:moveTo>
                    <a:pt x="1552981" y="771525"/>
                  </a:moveTo>
                  <a:lnTo>
                    <a:pt x="1524736" y="771525"/>
                  </a:lnTo>
                  <a:lnTo>
                    <a:pt x="1524736" y="781050"/>
                  </a:lnTo>
                  <a:lnTo>
                    <a:pt x="1552981" y="781050"/>
                  </a:lnTo>
                  <a:lnTo>
                    <a:pt x="1552981" y="771525"/>
                  </a:lnTo>
                  <a:close/>
                </a:path>
                <a:path w="2569845" h="781050">
                  <a:moveTo>
                    <a:pt x="1552981" y="0"/>
                  </a:moveTo>
                  <a:lnTo>
                    <a:pt x="1524736" y="0"/>
                  </a:lnTo>
                  <a:lnTo>
                    <a:pt x="1524736" y="9525"/>
                  </a:lnTo>
                  <a:lnTo>
                    <a:pt x="1552981" y="9525"/>
                  </a:lnTo>
                  <a:lnTo>
                    <a:pt x="1552981" y="0"/>
                  </a:lnTo>
                  <a:close/>
                </a:path>
                <a:path w="2569845" h="781050">
                  <a:moveTo>
                    <a:pt x="1609458" y="771525"/>
                  </a:moveTo>
                  <a:lnTo>
                    <a:pt x="1581213" y="771525"/>
                  </a:lnTo>
                  <a:lnTo>
                    <a:pt x="1581213" y="781050"/>
                  </a:lnTo>
                  <a:lnTo>
                    <a:pt x="1609458" y="781050"/>
                  </a:lnTo>
                  <a:lnTo>
                    <a:pt x="1609458" y="771525"/>
                  </a:lnTo>
                  <a:close/>
                </a:path>
                <a:path w="2569845" h="781050">
                  <a:moveTo>
                    <a:pt x="1609458" y="0"/>
                  </a:moveTo>
                  <a:lnTo>
                    <a:pt x="1581213" y="0"/>
                  </a:lnTo>
                  <a:lnTo>
                    <a:pt x="1581213" y="9525"/>
                  </a:lnTo>
                  <a:lnTo>
                    <a:pt x="1609458" y="9525"/>
                  </a:lnTo>
                  <a:lnTo>
                    <a:pt x="1609458" y="0"/>
                  </a:lnTo>
                  <a:close/>
                </a:path>
                <a:path w="2569845" h="781050">
                  <a:moveTo>
                    <a:pt x="1665935" y="771525"/>
                  </a:moveTo>
                  <a:lnTo>
                    <a:pt x="1637690" y="771525"/>
                  </a:lnTo>
                  <a:lnTo>
                    <a:pt x="1637690" y="781050"/>
                  </a:lnTo>
                  <a:lnTo>
                    <a:pt x="1665935" y="781050"/>
                  </a:lnTo>
                  <a:lnTo>
                    <a:pt x="1665935" y="771525"/>
                  </a:lnTo>
                  <a:close/>
                </a:path>
                <a:path w="2569845" h="781050">
                  <a:moveTo>
                    <a:pt x="1665935" y="0"/>
                  </a:moveTo>
                  <a:lnTo>
                    <a:pt x="1637690" y="0"/>
                  </a:lnTo>
                  <a:lnTo>
                    <a:pt x="1637690" y="9525"/>
                  </a:lnTo>
                  <a:lnTo>
                    <a:pt x="1665935" y="9525"/>
                  </a:lnTo>
                  <a:lnTo>
                    <a:pt x="1665935" y="0"/>
                  </a:lnTo>
                  <a:close/>
                </a:path>
                <a:path w="2569845" h="781050">
                  <a:moveTo>
                    <a:pt x="1722412" y="771525"/>
                  </a:moveTo>
                  <a:lnTo>
                    <a:pt x="1694167" y="771525"/>
                  </a:lnTo>
                  <a:lnTo>
                    <a:pt x="1694167" y="781050"/>
                  </a:lnTo>
                  <a:lnTo>
                    <a:pt x="1722412" y="781050"/>
                  </a:lnTo>
                  <a:lnTo>
                    <a:pt x="1722412" y="771525"/>
                  </a:lnTo>
                  <a:close/>
                </a:path>
                <a:path w="2569845" h="781050">
                  <a:moveTo>
                    <a:pt x="1722412" y="0"/>
                  </a:moveTo>
                  <a:lnTo>
                    <a:pt x="1694167" y="0"/>
                  </a:lnTo>
                  <a:lnTo>
                    <a:pt x="1694167" y="9525"/>
                  </a:lnTo>
                  <a:lnTo>
                    <a:pt x="1722412" y="9525"/>
                  </a:lnTo>
                  <a:lnTo>
                    <a:pt x="1722412" y="0"/>
                  </a:lnTo>
                  <a:close/>
                </a:path>
                <a:path w="2569845" h="781050">
                  <a:moveTo>
                    <a:pt x="1778889" y="771525"/>
                  </a:moveTo>
                  <a:lnTo>
                    <a:pt x="1750644" y="771525"/>
                  </a:lnTo>
                  <a:lnTo>
                    <a:pt x="1750644" y="781050"/>
                  </a:lnTo>
                  <a:lnTo>
                    <a:pt x="1778889" y="781050"/>
                  </a:lnTo>
                  <a:lnTo>
                    <a:pt x="1778889" y="771525"/>
                  </a:lnTo>
                  <a:close/>
                </a:path>
                <a:path w="2569845" h="781050">
                  <a:moveTo>
                    <a:pt x="1778889" y="0"/>
                  </a:moveTo>
                  <a:lnTo>
                    <a:pt x="1750644" y="0"/>
                  </a:lnTo>
                  <a:lnTo>
                    <a:pt x="1750644" y="9525"/>
                  </a:lnTo>
                  <a:lnTo>
                    <a:pt x="1778889" y="9525"/>
                  </a:lnTo>
                  <a:lnTo>
                    <a:pt x="1778889" y="0"/>
                  </a:lnTo>
                  <a:close/>
                </a:path>
                <a:path w="2569845" h="781050">
                  <a:moveTo>
                    <a:pt x="1835365" y="771525"/>
                  </a:moveTo>
                  <a:lnTo>
                    <a:pt x="1807121" y="771525"/>
                  </a:lnTo>
                  <a:lnTo>
                    <a:pt x="1807121" y="781050"/>
                  </a:lnTo>
                  <a:lnTo>
                    <a:pt x="1835365" y="781050"/>
                  </a:lnTo>
                  <a:lnTo>
                    <a:pt x="1835365" y="771525"/>
                  </a:lnTo>
                  <a:close/>
                </a:path>
                <a:path w="2569845" h="781050">
                  <a:moveTo>
                    <a:pt x="1835365" y="0"/>
                  </a:moveTo>
                  <a:lnTo>
                    <a:pt x="1807121" y="0"/>
                  </a:lnTo>
                  <a:lnTo>
                    <a:pt x="1807121" y="9525"/>
                  </a:lnTo>
                  <a:lnTo>
                    <a:pt x="1835365" y="9525"/>
                  </a:lnTo>
                  <a:lnTo>
                    <a:pt x="1835365" y="0"/>
                  </a:lnTo>
                  <a:close/>
                </a:path>
                <a:path w="2569845" h="781050">
                  <a:moveTo>
                    <a:pt x="1891842" y="771525"/>
                  </a:moveTo>
                  <a:lnTo>
                    <a:pt x="1863598" y="771525"/>
                  </a:lnTo>
                  <a:lnTo>
                    <a:pt x="1863598" y="781050"/>
                  </a:lnTo>
                  <a:lnTo>
                    <a:pt x="1891842" y="781050"/>
                  </a:lnTo>
                  <a:lnTo>
                    <a:pt x="1891842" y="771525"/>
                  </a:lnTo>
                  <a:close/>
                </a:path>
                <a:path w="2569845" h="781050">
                  <a:moveTo>
                    <a:pt x="1891842" y="0"/>
                  </a:moveTo>
                  <a:lnTo>
                    <a:pt x="1863598" y="0"/>
                  </a:lnTo>
                  <a:lnTo>
                    <a:pt x="1863598" y="9525"/>
                  </a:lnTo>
                  <a:lnTo>
                    <a:pt x="1891842" y="9525"/>
                  </a:lnTo>
                  <a:lnTo>
                    <a:pt x="1891842" y="0"/>
                  </a:lnTo>
                  <a:close/>
                </a:path>
                <a:path w="2569845" h="781050">
                  <a:moveTo>
                    <a:pt x="1948319" y="771525"/>
                  </a:moveTo>
                  <a:lnTo>
                    <a:pt x="1920087" y="771525"/>
                  </a:lnTo>
                  <a:lnTo>
                    <a:pt x="1920087" y="781050"/>
                  </a:lnTo>
                  <a:lnTo>
                    <a:pt x="1948319" y="781050"/>
                  </a:lnTo>
                  <a:lnTo>
                    <a:pt x="1948319" y="771525"/>
                  </a:lnTo>
                  <a:close/>
                </a:path>
                <a:path w="2569845" h="781050">
                  <a:moveTo>
                    <a:pt x="1948319" y="0"/>
                  </a:moveTo>
                  <a:lnTo>
                    <a:pt x="1920087" y="0"/>
                  </a:lnTo>
                  <a:lnTo>
                    <a:pt x="1920087" y="9525"/>
                  </a:lnTo>
                  <a:lnTo>
                    <a:pt x="1948319" y="9525"/>
                  </a:lnTo>
                  <a:lnTo>
                    <a:pt x="1948319" y="0"/>
                  </a:lnTo>
                  <a:close/>
                </a:path>
                <a:path w="2569845" h="781050">
                  <a:moveTo>
                    <a:pt x="2004796" y="771525"/>
                  </a:moveTo>
                  <a:lnTo>
                    <a:pt x="1976564" y="771525"/>
                  </a:lnTo>
                  <a:lnTo>
                    <a:pt x="1976564" y="781050"/>
                  </a:lnTo>
                  <a:lnTo>
                    <a:pt x="2004796" y="781050"/>
                  </a:lnTo>
                  <a:lnTo>
                    <a:pt x="2004796" y="771525"/>
                  </a:lnTo>
                  <a:close/>
                </a:path>
                <a:path w="2569845" h="781050">
                  <a:moveTo>
                    <a:pt x="2004796" y="0"/>
                  </a:moveTo>
                  <a:lnTo>
                    <a:pt x="1976564" y="0"/>
                  </a:lnTo>
                  <a:lnTo>
                    <a:pt x="1976564" y="9525"/>
                  </a:lnTo>
                  <a:lnTo>
                    <a:pt x="2004796" y="9525"/>
                  </a:lnTo>
                  <a:lnTo>
                    <a:pt x="2004796" y="0"/>
                  </a:lnTo>
                  <a:close/>
                </a:path>
                <a:path w="2569845" h="781050">
                  <a:moveTo>
                    <a:pt x="2061273" y="771525"/>
                  </a:moveTo>
                  <a:lnTo>
                    <a:pt x="2033041" y="771525"/>
                  </a:lnTo>
                  <a:lnTo>
                    <a:pt x="2033041" y="781050"/>
                  </a:lnTo>
                  <a:lnTo>
                    <a:pt x="2061273" y="781050"/>
                  </a:lnTo>
                  <a:lnTo>
                    <a:pt x="2061273" y="771525"/>
                  </a:lnTo>
                  <a:close/>
                </a:path>
                <a:path w="2569845" h="781050">
                  <a:moveTo>
                    <a:pt x="2061273" y="0"/>
                  </a:moveTo>
                  <a:lnTo>
                    <a:pt x="2033041" y="0"/>
                  </a:lnTo>
                  <a:lnTo>
                    <a:pt x="2033041" y="9525"/>
                  </a:lnTo>
                  <a:lnTo>
                    <a:pt x="2061273" y="9525"/>
                  </a:lnTo>
                  <a:lnTo>
                    <a:pt x="2061273" y="0"/>
                  </a:lnTo>
                  <a:close/>
                </a:path>
                <a:path w="2569845" h="781050">
                  <a:moveTo>
                    <a:pt x="2117750" y="771525"/>
                  </a:moveTo>
                  <a:lnTo>
                    <a:pt x="2089518" y="771525"/>
                  </a:lnTo>
                  <a:lnTo>
                    <a:pt x="2089518" y="781050"/>
                  </a:lnTo>
                  <a:lnTo>
                    <a:pt x="2117750" y="781050"/>
                  </a:lnTo>
                  <a:lnTo>
                    <a:pt x="2117750" y="771525"/>
                  </a:lnTo>
                  <a:close/>
                </a:path>
                <a:path w="2569845" h="781050">
                  <a:moveTo>
                    <a:pt x="2117750" y="0"/>
                  </a:moveTo>
                  <a:lnTo>
                    <a:pt x="2089518" y="0"/>
                  </a:lnTo>
                  <a:lnTo>
                    <a:pt x="2089518" y="9525"/>
                  </a:lnTo>
                  <a:lnTo>
                    <a:pt x="2117750" y="9525"/>
                  </a:lnTo>
                  <a:lnTo>
                    <a:pt x="2117750" y="0"/>
                  </a:lnTo>
                  <a:close/>
                </a:path>
                <a:path w="2569845" h="781050">
                  <a:moveTo>
                    <a:pt x="2174227" y="771525"/>
                  </a:moveTo>
                  <a:lnTo>
                    <a:pt x="2145995" y="771525"/>
                  </a:lnTo>
                  <a:lnTo>
                    <a:pt x="2145995" y="781050"/>
                  </a:lnTo>
                  <a:lnTo>
                    <a:pt x="2174227" y="781050"/>
                  </a:lnTo>
                  <a:lnTo>
                    <a:pt x="2174227" y="771525"/>
                  </a:lnTo>
                  <a:close/>
                </a:path>
                <a:path w="2569845" h="781050">
                  <a:moveTo>
                    <a:pt x="2174227" y="0"/>
                  </a:moveTo>
                  <a:lnTo>
                    <a:pt x="2145995" y="0"/>
                  </a:lnTo>
                  <a:lnTo>
                    <a:pt x="2145995" y="9525"/>
                  </a:lnTo>
                  <a:lnTo>
                    <a:pt x="2174227" y="9525"/>
                  </a:lnTo>
                  <a:lnTo>
                    <a:pt x="2174227" y="0"/>
                  </a:lnTo>
                  <a:close/>
                </a:path>
                <a:path w="2569845" h="781050">
                  <a:moveTo>
                    <a:pt x="2230704" y="771525"/>
                  </a:moveTo>
                  <a:lnTo>
                    <a:pt x="2202472" y="771525"/>
                  </a:lnTo>
                  <a:lnTo>
                    <a:pt x="2202472" y="781050"/>
                  </a:lnTo>
                  <a:lnTo>
                    <a:pt x="2230704" y="781050"/>
                  </a:lnTo>
                  <a:lnTo>
                    <a:pt x="2230704" y="771525"/>
                  </a:lnTo>
                  <a:close/>
                </a:path>
                <a:path w="2569845" h="781050">
                  <a:moveTo>
                    <a:pt x="2230704" y="0"/>
                  </a:moveTo>
                  <a:lnTo>
                    <a:pt x="2202472" y="0"/>
                  </a:lnTo>
                  <a:lnTo>
                    <a:pt x="2202472" y="9525"/>
                  </a:lnTo>
                  <a:lnTo>
                    <a:pt x="2230704" y="9525"/>
                  </a:lnTo>
                  <a:lnTo>
                    <a:pt x="2230704" y="0"/>
                  </a:lnTo>
                  <a:close/>
                </a:path>
                <a:path w="2569845" h="781050">
                  <a:moveTo>
                    <a:pt x="2287193" y="771525"/>
                  </a:moveTo>
                  <a:lnTo>
                    <a:pt x="2258949" y="771525"/>
                  </a:lnTo>
                  <a:lnTo>
                    <a:pt x="2258949" y="781050"/>
                  </a:lnTo>
                  <a:lnTo>
                    <a:pt x="2287193" y="781050"/>
                  </a:lnTo>
                  <a:lnTo>
                    <a:pt x="2287193" y="771525"/>
                  </a:lnTo>
                  <a:close/>
                </a:path>
                <a:path w="2569845" h="781050">
                  <a:moveTo>
                    <a:pt x="2287193" y="0"/>
                  </a:moveTo>
                  <a:lnTo>
                    <a:pt x="2258949" y="0"/>
                  </a:lnTo>
                  <a:lnTo>
                    <a:pt x="2258949" y="9525"/>
                  </a:lnTo>
                  <a:lnTo>
                    <a:pt x="2287193" y="9525"/>
                  </a:lnTo>
                  <a:lnTo>
                    <a:pt x="2287193" y="0"/>
                  </a:lnTo>
                  <a:close/>
                </a:path>
                <a:path w="2569845" h="781050">
                  <a:moveTo>
                    <a:pt x="2343670" y="771525"/>
                  </a:moveTo>
                  <a:lnTo>
                    <a:pt x="2315426" y="771525"/>
                  </a:lnTo>
                  <a:lnTo>
                    <a:pt x="2315426" y="781050"/>
                  </a:lnTo>
                  <a:lnTo>
                    <a:pt x="2343670" y="781050"/>
                  </a:lnTo>
                  <a:lnTo>
                    <a:pt x="2343670" y="771525"/>
                  </a:lnTo>
                  <a:close/>
                </a:path>
                <a:path w="2569845" h="781050">
                  <a:moveTo>
                    <a:pt x="2343670" y="0"/>
                  </a:moveTo>
                  <a:lnTo>
                    <a:pt x="2315426" y="0"/>
                  </a:lnTo>
                  <a:lnTo>
                    <a:pt x="2315426" y="9525"/>
                  </a:lnTo>
                  <a:lnTo>
                    <a:pt x="2343670" y="9525"/>
                  </a:lnTo>
                  <a:lnTo>
                    <a:pt x="2343670" y="0"/>
                  </a:lnTo>
                  <a:close/>
                </a:path>
                <a:path w="2569845" h="781050">
                  <a:moveTo>
                    <a:pt x="2400147" y="771525"/>
                  </a:moveTo>
                  <a:lnTo>
                    <a:pt x="2371902" y="771525"/>
                  </a:lnTo>
                  <a:lnTo>
                    <a:pt x="2371902" y="781050"/>
                  </a:lnTo>
                  <a:lnTo>
                    <a:pt x="2400147" y="781050"/>
                  </a:lnTo>
                  <a:lnTo>
                    <a:pt x="2400147" y="771525"/>
                  </a:lnTo>
                  <a:close/>
                </a:path>
                <a:path w="2569845" h="781050">
                  <a:moveTo>
                    <a:pt x="2400147" y="0"/>
                  </a:moveTo>
                  <a:lnTo>
                    <a:pt x="2371902" y="0"/>
                  </a:lnTo>
                  <a:lnTo>
                    <a:pt x="2371902" y="9525"/>
                  </a:lnTo>
                  <a:lnTo>
                    <a:pt x="2400147" y="9525"/>
                  </a:lnTo>
                  <a:lnTo>
                    <a:pt x="2400147" y="0"/>
                  </a:lnTo>
                  <a:close/>
                </a:path>
                <a:path w="2569845" h="781050">
                  <a:moveTo>
                    <a:pt x="2456624" y="771525"/>
                  </a:moveTo>
                  <a:lnTo>
                    <a:pt x="2428379" y="771525"/>
                  </a:lnTo>
                  <a:lnTo>
                    <a:pt x="2428379" y="781050"/>
                  </a:lnTo>
                  <a:lnTo>
                    <a:pt x="2456624" y="781050"/>
                  </a:lnTo>
                  <a:lnTo>
                    <a:pt x="2456624" y="771525"/>
                  </a:lnTo>
                  <a:close/>
                </a:path>
                <a:path w="2569845" h="781050">
                  <a:moveTo>
                    <a:pt x="2456624" y="0"/>
                  </a:moveTo>
                  <a:lnTo>
                    <a:pt x="2428379" y="0"/>
                  </a:lnTo>
                  <a:lnTo>
                    <a:pt x="2428379" y="9525"/>
                  </a:lnTo>
                  <a:lnTo>
                    <a:pt x="2456624" y="9525"/>
                  </a:lnTo>
                  <a:lnTo>
                    <a:pt x="2456624" y="0"/>
                  </a:lnTo>
                  <a:close/>
                </a:path>
                <a:path w="2569845" h="781050">
                  <a:moveTo>
                    <a:pt x="2513101" y="771525"/>
                  </a:moveTo>
                  <a:lnTo>
                    <a:pt x="2484856" y="771525"/>
                  </a:lnTo>
                  <a:lnTo>
                    <a:pt x="2484856" y="781050"/>
                  </a:lnTo>
                  <a:lnTo>
                    <a:pt x="2513101" y="781050"/>
                  </a:lnTo>
                  <a:lnTo>
                    <a:pt x="2513101" y="771525"/>
                  </a:lnTo>
                  <a:close/>
                </a:path>
                <a:path w="2569845" h="781050">
                  <a:moveTo>
                    <a:pt x="2513101" y="0"/>
                  </a:moveTo>
                  <a:lnTo>
                    <a:pt x="2484856" y="0"/>
                  </a:lnTo>
                  <a:lnTo>
                    <a:pt x="2484856" y="9525"/>
                  </a:lnTo>
                  <a:lnTo>
                    <a:pt x="2513101" y="9525"/>
                  </a:lnTo>
                  <a:lnTo>
                    <a:pt x="2513101" y="0"/>
                  </a:lnTo>
                  <a:close/>
                </a:path>
                <a:path w="2569845" h="781050">
                  <a:moveTo>
                    <a:pt x="2548699" y="760222"/>
                  </a:moveTo>
                  <a:lnTo>
                    <a:pt x="2521788" y="733425"/>
                  </a:lnTo>
                  <a:lnTo>
                    <a:pt x="2548686" y="760234"/>
                  </a:lnTo>
                  <a:close/>
                </a:path>
                <a:path w="2569845" h="781050">
                  <a:moveTo>
                    <a:pt x="2564358" y="753846"/>
                  </a:moveTo>
                  <a:lnTo>
                    <a:pt x="2555837" y="749769"/>
                  </a:lnTo>
                  <a:lnTo>
                    <a:pt x="2548725" y="760285"/>
                  </a:lnTo>
                  <a:lnTo>
                    <a:pt x="2538399" y="767207"/>
                  </a:lnTo>
                  <a:lnTo>
                    <a:pt x="2521788" y="733425"/>
                  </a:lnTo>
                  <a:lnTo>
                    <a:pt x="2542552" y="775716"/>
                  </a:lnTo>
                  <a:lnTo>
                    <a:pt x="2555049" y="767207"/>
                  </a:lnTo>
                  <a:lnTo>
                    <a:pt x="2555367" y="767003"/>
                  </a:lnTo>
                  <a:lnTo>
                    <a:pt x="2564358" y="753846"/>
                  </a:lnTo>
                  <a:close/>
                </a:path>
                <a:path w="2569845" h="781050">
                  <a:moveTo>
                    <a:pt x="2564358" y="27190"/>
                  </a:moveTo>
                  <a:lnTo>
                    <a:pt x="2555430" y="13995"/>
                  </a:lnTo>
                  <a:lnTo>
                    <a:pt x="2542552" y="5295"/>
                  </a:lnTo>
                  <a:lnTo>
                    <a:pt x="2538399" y="13754"/>
                  </a:lnTo>
                  <a:lnTo>
                    <a:pt x="2548699" y="20713"/>
                  </a:lnTo>
                  <a:lnTo>
                    <a:pt x="2555837" y="31280"/>
                  </a:lnTo>
                  <a:lnTo>
                    <a:pt x="2564358" y="27190"/>
                  </a:lnTo>
                  <a:close/>
                </a:path>
                <a:path w="2569845" h="781050">
                  <a:moveTo>
                    <a:pt x="2569413" y="694677"/>
                  </a:moveTo>
                  <a:lnTo>
                    <a:pt x="2559888" y="694677"/>
                  </a:lnTo>
                  <a:lnTo>
                    <a:pt x="2559888" y="723633"/>
                  </a:lnTo>
                  <a:lnTo>
                    <a:pt x="2569413" y="723633"/>
                  </a:lnTo>
                  <a:lnTo>
                    <a:pt x="2569413" y="694677"/>
                  </a:lnTo>
                  <a:close/>
                </a:path>
                <a:path w="2569845" h="781050">
                  <a:moveTo>
                    <a:pt x="2569413" y="636739"/>
                  </a:moveTo>
                  <a:lnTo>
                    <a:pt x="2559888" y="636739"/>
                  </a:lnTo>
                  <a:lnTo>
                    <a:pt x="2559888" y="665708"/>
                  </a:lnTo>
                  <a:lnTo>
                    <a:pt x="2569413" y="665708"/>
                  </a:lnTo>
                  <a:lnTo>
                    <a:pt x="2569413" y="636739"/>
                  </a:lnTo>
                  <a:close/>
                </a:path>
                <a:path w="2569845" h="781050">
                  <a:moveTo>
                    <a:pt x="2569413" y="578802"/>
                  </a:moveTo>
                  <a:lnTo>
                    <a:pt x="2559888" y="578802"/>
                  </a:lnTo>
                  <a:lnTo>
                    <a:pt x="2559888" y="607771"/>
                  </a:lnTo>
                  <a:lnTo>
                    <a:pt x="2569413" y="607771"/>
                  </a:lnTo>
                  <a:lnTo>
                    <a:pt x="2569413" y="578802"/>
                  </a:lnTo>
                  <a:close/>
                </a:path>
                <a:path w="2569845" h="781050">
                  <a:moveTo>
                    <a:pt x="2569413" y="520877"/>
                  </a:moveTo>
                  <a:lnTo>
                    <a:pt x="2559888" y="520877"/>
                  </a:lnTo>
                  <a:lnTo>
                    <a:pt x="2559888" y="549833"/>
                  </a:lnTo>
                  <a:lnTo>
                    <a:pt x="2569413" y="549833"/>
                  </a:lnTo>
                  <a:lnTo>
                    <a:pt x="2569413" y="520877"/>
                  </a:lnTo>
                  <a:close/>
                </a:path>
                <a:path w="2569845" h="781050">
                  <a:moveTo>
                    <a:pt x="2569413" y="462940"/>
                  </a:moveTo>
                  <a:lnTo>
                    <a:pt x="2559888" y="462940"/>
                  </a:lnTo>
                  <a:lnTo>
                    <a:pt x="2559888" y="491909"/>
                  </a:lnTo>
                  <a:lnTo>
                    <a:pt x="2569413" y="491909"/>
                  </a:lnTo>
                  <a:lnTo>
                    <a:pt x="2569413" y="462940"/>
                  </a:lnTo>
                  <a:close/>
                </a:path>
                <a:path w="2569845" h="781050">
                  <a:moveTo>
                    <a:pt x="2569413" y="405003"/>
                  </a:moveTo>
                  <a:lnTo>
                    <a:pt x="2559888" y="405003"/>
                  </a:lnTo>
                  <a:lnTo>
                    <a:pt x="2559888" y="433971"/>
                  </a:lnTo>
                  <a:lnTo>
                    <a:pt x="2569413" y="433971"/>
                  </a:lnTo>
                  <a:lnTo>
                    <a:pt x="2569413" y="405003"/>
                  </a:lnTo>
                  <a:close/>
                </a:path>
                <a:path w="2569845" h="781050">
                  <a:moveTo>
                    <a:pt x="2569413" y="347078"/>
                  </a:moveTo>
                  <a:lnTo>
                    <a:pt x="2559888" y="347078"/>
                  </a:lnTo>
                  <a:lnTo>
                    <a:pt x="2559888" y="376047"/>
                  </a:lnTo>
                  <a:lnTo>
                    <a:pt x="2569413" y="376047"/>
                  </a:lnTo>
                  <a:lnTo>
                    <a:pt x="2569413" y="347078"/>
                  </a:lnTo>
                  <a:close/>
                </a:path>
                <a:path w="2569845" h="781050">
                  <a:moveTo>
                    <a:pt x="2569413" y="289140"/>
                  </a:moveTo>
                  <a:lnTo>
                    <a:pt x="2559888" y="289140"/>
                  </a:lnTo>
                  <a:lnTo>
                    <a:pt x="2559888" y="318109"/>
                  </a:lnTo>
                  <a:lnTo>
                    <a:pt x="2569413" y="318109"/>
                  </a:lnTo>
                  <a:lnTo>
                    <a:pt x="2569413" y="289140"/>
                  </a:lnTo>
                  <a:close/>
                </a:path>
                <a:path w="2569845" h="781050">
                  <a:moveTo>
                    <a:pt x="2569413" y="231203"/>
                  </a:moveTo>
                  <a:lnTo>
                    <a:pt x="2559888" y="231203"/>
                  </a:lnTo>
                  <a:lnTo>
                    <a:pt x="2559888" y="260172"/>
                  </a:lnTo>
                  <a:lnTo>
                    <a:pt x="2569413" y="260172"/>
                  </a:lnTo>
                  <a:lnTo>
                    <a:pt x="2569413" y="231203"/>
                  </a:lnTo>
                  <a:close/>
                </a:path>
                <a:path w="2569845" h="781050">
                  <a:moveTo>
                    <a:pt x="2569413" y="173278"/>
                  </a:moveTo>
                  <a:lnTo>
                    <a:pt x="2559888" y="173278"/>
                  </a:lnTo>
                  <a:lnTo>
                    <a:pt x="2559888" y="202247"/>
                  </a:lnTo>
                  <a:lnTo>
                    <a:pt x="2569413" y="202247"/>
                  </a:lnTo>
                  <a:lnTo>
                    <a:pt x="2569413" y="173278"/>
                  </a:lnTo>
                  <a:close/>
                </a:path>
                <a:path w="2569845" h="781050">
                  <a:moveTo>
                    <a:pt x="2569413" y="115341"/>
                  </a:moveTo>
                  <a:lnTo>
                    <a:pt x="2559888" y="115341"/>
                  </a:lnTo>
                  <a:lnTo>
                    <a:pt x="2559888" y="144310"/>
                  </a:lnTo>
                  <a:lnTo>
                    <a:pt x="2569413" y="144310"/>
                  </a:lnTo>
                  <a:lnTo>
                    <a:pt x="2569413" y="115341"/>
                  </a:lnTo>
                  <a:close/>
                </a:path>
                <a:path w="2569845" h="781050">
                  <a:moveTo>
                    <a:pt x="2569413" y="57404"/>
                  </a:moveTo>
                  <a:lnTo>
                    <a:pt x="2559888" y="57404"/>
                  </a:lnTo>
                  <a:lnTo>
                    <a:pt x="2559888" y="86372"/>
                  </a:lnTo>
                  <a:lnTo>
                    <a:pt x="2569413" y="86372"/>
                  </a:lnTo>
                  <a:lnTo>
                    <a:pt x="2569413" y="57404"/>
                  </a:lnTo>
                  <a:close/>
                </a:path>
              </a:pathLst>
            </a:custGeom>
            <a:solidFill>
              <a:srgbClr val="CDD4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654050" y="2842606"/>
            <a:ext cx="2390775" cy="121094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41605" indent="-129539">
              <a:lnSpc>
                <a:spcPct val="100000"/>
              </a:lnSpc>
              <a:spcBef>
                <a:spcPts val="825"/>
              </a:spcBef>
              <a:buChar char="•"/>
              <a:tabLst>
                <a:tab pos="142240" algn="l"/>
              </a:tabLst>
            </a:pPr>
            <a:r>
              <a:rPr dirty="0" sz="1100" b="1">
                <a:solidFill>
                  <a:srgbClr val="0054A3"/>
                </a:solidFill>
                <a:latin typeface="Noto Sans KR"/>
                <a:cs typeface="Noto Sans KR"/>
              </a:rPr>
              <a:t>협의체</a:t>
            </a:r>
            <a:r>
              <a:rPr dirty="0" sz="1100" spc="45" b="1">
                <a:solidFill>
                  <a:srgbClr val="0054A3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0054A3"/>
                </a:solidFill>
                <a:latin typeface="Noto Sans KR"/>
                <a:cs typeface="Noto Sans KR"/>
              </a:rPr>
              <a:t>구성</a:t>
            </a:r>
            <a:r>
              <a:rPr dirty="0" sz="1100" spc="55" b="1">
                <a:solidFill>
                  <a:srgbClr val="0054A3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0054A3"/>
                </a:solidFill>
                <a:latin typeface="Noto Sans KR"/>
                <a:cs typeface="Noto Sans KR"/>
              </a:rPr>
              <a:t>및</a:t>
            </a:r>
            <a:r>
              <a:rPr dirty="0" sz="1100" spc="55" b="1">
                <a:solidFill>
                  <a:srgbClr val="0054A3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0054A3"/>
                </a:solidFill>
                <a:latin typeface="Noto Sans KR"/>
                <a:cs typeface="Noto Sans KR"/>
              </a:rPr>
              <a:t>자료</a:t>
            </a:r>
            <a:r>
              <a:rPr dirty="0" sz="1100" spc="55" b="1">
                <a:solidFill>
                  <a:srgbClr val="0054A3"/>
                </a:solidFill>
                <a:latin typeface="Noto Sans KR"/>
                <a:cs typeface="Noto Sans KR"/>
              </a:rPr>
              <a:t> </a:t>
            </a:r>
            <a:r>
              <a:rPr dirty="0" sz="1100" spc="-25" b="1">
                <a:solidFill>
                  <a:srgbClr val="0054A3"/>
                </a:solidFill>
                <a:latin typeface="Noto Sans KR"/>
                <a:cs typeface="Noto Sans KR"/>
              </a:rPr>
              <a:t>공유</a:t>
            </a:r>
            <a:endParaRPr sz="1100">
              <a:latin typeface="Noto Sans KR"/>
              <a:cs typeface="Noto Sans KR"/>
            </a:endParaRPr>
          </a:p>
          <a:p>
            <a:pPr marL="155575" marR="279400">
              <a:lnSpc>
                <a:spcPct val="116700"/>
              </a:lnSpc>
              <a:spcBef>
                <a:spcPts val="415"/>
              </a:spcBef>
            </a:pPr>
            <a:r>
              <a:rPr dirty="0" sz="900" spc="-55">
                <a:solidFill>
                  <a:srgbClr val="666666"/>
                </a:solidFill>
                <a:latin typeface="Noto Sans KR"/>
                <a:cs typeface="Noto Sans KR"/>
              </a:rPr>
              <a:t>발주처·감리·시공사·부단수업체</a:t>
            </a:r>
            <a:r>
              <a:rPr dirty="0" sz="900" spc="6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사전</a:t>
            </a:r>
            <a:r>
              <a:rPr dirty="0" sz="900" spc="65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 spc="-25">
                <a:solidFill>
                  <a:srgbClr val="666666"/>
                </a:solidFill>
                <a:latin typeface="Noto Sans KR"/>
                <a:cs typeface="Noto Sans KR"/>
              </a:rPr>
              <a:t>협의</a:t>
            </a:r>
            <a:r>
              <a:rPr dirty="0" sz="900" spc="50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기초자료,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시공절차,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관리도안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 spc="-25">
                <a:solidFill>
                  <a:srgbClr val="666666"/>
                </a:solidFill>
                <a:latin typeface="Noto Sans KR"/>
                <a:cs typeface="Noto Sans KR"/>
              </a:rPr>
              <a:t>공유</a:t>
            </a:r>
            <a:endParaRPr sz="900">
              <a:latin typeface="Noto Sans KR"/>
              <a:cs typeface="Noto Sans KR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650">
              <a:latin typeface="Noto Sans KR"/>
              <a:cs typeface="Noto Sans KR"/>
            </a:endParaRPr>
          </a:p>
          <a:p>
            <a:pPr marL="141605" indent="-129539">
              <a:lnSpc>
                <a:spcPct val="100000"/>
              </a:lnSpc>
              <a:buChar char="•"/>
              <a:tabLst>
                <a:tab pos="142240" algn="l"/>
              </a:tabLst>
            </a:pPr>
            <a:r>
              <a:rPr dirty="0" sz="1100" b="1">
                <a:solidFill>
                  <a:srgbClr val="0054A3"/>
                </a:solidFill>
                <a:latin typeface="Noto Sans KR"/>
                <a:cs typeface="Noto Sans KR"/>
              </a:rPr>
              <a:t>차단</a:t>
            </a:r>
            <a:r>
              <a:rPr dirty="0" sz="1100" spc="55" b="1">
                <a:solidFill>
                  <a:srgbClr val="0054A3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0054A3"/>
                </a:solidFill>
                <a:latin typeface="Noto Sans KR"/>
                <a:cs typeface="Noto Sans KR"/>
              </a:rPr>
              <a:t>위치</a:t>
            </a:r>
            <a:r>
              <a:rPr dirty="0" sz="1100" spc="55" b="1">
                <a:solidFill>
                  <a:srgbClr val="0054A3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0054A3"/>
                </a:solidFill>
                <a:latin typeface="Noto Sans KR"/>
                <a:cs typeface="Noto Sans KR"/>
              </a:rPr>
              <a:t>및</a:t>
            </a:r>
            <a:r>
              <a:rPr dirty="0" sz="1100" spc="55" b="1">
                <a:solidFill>
                  <a:srgbClr val="0054A3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0054A3"/>
                </a:solidFill>
                <a:latin typeface="Noto Sans KR"/>
                <a:cs typeface="Noto Sans KR"/>
              </a:rPr>
              <a:t>시공계획</a:t>
            </a:r>
            <a:r>
              <a:rPr dirty="0" sz="1100" spc="55" b="1">
                <a:solidFill>
                  <a:srgbClr val="0054A3"/>
                </a:solidFill>
                <a:latin typeface="Noto Sans KR"/>
                <a:cs typeface="Noto Sans KR"/>
              </a:rPr>
              <a:t> </a:t>
            </a:r>
            <a:r>
              <a:rPr dirty="0" sz="1100" spc="-25" b="1">
                <a:solidFill>
                  <a:srgbClr val="0054A3"/>
                </a:solidFill>
                <a:latin typeface="Noto Sans KR"/>
                <a:cs typeface="Noto Sans KR"/>
              </a:rPr>
              <a:t>수립</a:t>
            </a:r>
            <a:endParaRPr sz="1100">
              <a:latin typeface="Noto Sans KR"/>
              <a:cs typeface="Noto Sans KR"/>
            </a:endParaRPr>
          </a:p>
          <a:p>
            <a:pPr marL="155575">
              <a:lnSpc>
                <a:spcPct val="100000"/>
              </a:lnSpc>
              <a:spcBef>
                <a:spcPts val="595"/>
              </a:spcBef>
            </a:pP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노출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접합부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최소화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고려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및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최적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차단위치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 spc="-25">
                <a:solidFill>
                  <a:srgbClr val="666666"/>
                </a:solidFill>
                <a:latin typeface="Noto Sans KR"/>
                <a:cs typeface="Noto Sans KR"/>
              </a:rPr>
              <a:t>선정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394386" y="4463709"/>
            <a:ext cx="111442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[차단</a:t>
            </a:r>
            <a:r>
              <a:rPr dirty="0" sz="800" spc="3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위치도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이미지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 spc="-25">
                <a:solidFill>
                  <a:srgbClr val="ACB5BC"/>
                </a:solidFill>
                <a:latin typeface="Noto Sans KR"/>
                <a:cs typeface="Noto Sans KR"/>
              </a:rPr>
              <a:t>예시]</a:t>
            </a:r>
            <a:endParaRPr sz="800">
              <a:latin typeface="Noto Sans KR"/>
              <a:cs typeface="Noto Sans KR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54050" y="4984537"/>
            <a:ext cx="2285365" cy="49847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41605" indent="-129539">
              <a:lnSpc>
                <a:spcPct val="100000"/>
              </a:lnSpc>
              <a:spcBef>
                <a:spcPts val="825"/>
              </a:spcBef>
              <a:buChar char="•"/>
              <a:tabLst>
                <a:tab pos="142240" algn="l"/>
              </a:tabLst>
            </a:pPr>
            <a:r>
              <a:rPr dirty="0" sz="1100" b="1">
                <a:solidFill>
                  <a:srgbClr val="0054A3"/>
                </a:solidFill>
                <a:latin typeface="Noto Sans KR"/>
                <a:cs typeface="Noto Sans KR"/>
              </a:rPr>
              <a:t>구조</a:t>
            </a:r>
            <a:r>
              <a:rPr dirty="0" sz="1100" spc="55" b="1">
                <a:solidFill>
                  <a:srgbClr val="0054A3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0054A3"/>
                </a:solidFill>
                <a:latin typeface="Noto Sans KR"/>
                <a:cs typeface="Noto Sans KR"/>
              </a:rPr>
              <a:t>안전성</a:t>
            </a:r>
            <a:r>
              <a:rPr dirty="0" sz="1100" spc="55" b="1">
                <a:solidFill>
                  <a:srgbClr val="0054A3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0054A3"/>
                </a:solidFill>
                <a:latin typeface="Noto Sans KR"/>
                <a:cs typeface="Noto Sans KR"/>
              </a:rPr>
              <a:t>사전</a:t>
            </a:r>
            <a:r>
              <a:rPr dirty="0" sz="1100" spc="55" b="1">
                <a:solidFill>
                  <a:srgbClr val="0054A3"/>
                </a:solidFill>
                <a:latin typeface="Noto Sans KR"/>
                <a:cs typeface="Noto Sans KR"/>
              </a:rPr>
              <a:t> </a:t>
            </a:r>
            <a:r>
              <a:rPr dirty="0" sz="1100" spc="-25" b="1">
                <a:solidFill>
                  <a:srgbClr val="0054A3"/>
                </a:solidFill>
                <a:latin typeface="Noto Sans KR"/>
                <a:cs typeface="Noto Sans KR"/>
              </a:rPr>
              <a:t>검토</a:t>
            </a:r>
            <a:endParaRPr sz="1100">
              <a:latin typeface="Noto Sans KR"/>
              <a:cs typeface="Noto Sans KR"/>
            </a:endParaRPr>
          </a:p>
          <a:p>
            <a:pPr marL="155575">
              <a:lnSpc>
                <a:spcPct val="100000"/>
              </a:lnSpc>
              <a:spcBef>
                <a:spcPts val="595"/>
              </a:spcBef>
            </a:pP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구조검토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자료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제출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및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취약부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보강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방안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 spc="-25">
                <a:solidFill>
                  <a:srgbClr val="666666"/>
                </a:solidFill>
                <a:latin typeface="Noto Sans KR"/>
                <a:cs typeface="Noto Sans KR"/>
              </a:rPr>
              <a:t>수립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74420" y="5892815"/>
            <a:ext cx="11544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[구조</a:t>
            </a:r>
            <a:r>
              <a:rPr dirty="0" sz="800" spc="3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검토/보강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예시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 spc="-25">
                <a:solidFill>
                  <a:srgbClr val="ACB5BC"/>
                </a:solidFill>
                <a:latin typeface="Noto Sans KR"/>
                <a:cs typeface="Noto Sans KR"/>
              </a:rPr>
              <a:t>사진]</a:t>
            </a:r>
            <a:endParaRPr sz="800">
              <a:latin typeface="Noto Sans KR"/>
              <a:cs typeface="Noto Sans KR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43079" y="1652140"/>
            <a:ext cx="1881505" cy="98933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65"/>
              </a:spcBef>
            </a:pPr>
            <a:r>
              <a:rPr dirty="0" sz="2000" spc="-25" b="1">
                <a:solidFill>
                  <a:srgbClr val="FFFFFF"/>
                </a:solidFill>
                <a:latin typeface="Noto Sans KR"/>
                <a:cs typeface="Noto Sans KR"/>
              </a:rPr>
              <a:t>01</a:t>
            </a:r>
            <a:endParaRPr sz="2000">
              <a:latin typeface="Noto Sans KR"/>
              <a:cs typeface="Noto Sans KR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1300" b="1">
                <a:solidFill>
                  <a:srgbClr val="FFFFFF"/>
                </a:solidFill>
                <a:latin typeface="Noto Sans KR"/>
                <a:cs typeface="Noto Sans KR"/>
              </a:rPr>
              <a:t>부단수</a:t>
            </a:r>
            <a:r>
              <a:rPr dirty="0" sz="1300" spc="6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300" b="1">
                <a:solidFill>
                  <a:srgbClr val="FFFFFF"/>
                </a:solidFill>
                <a:latin typeface="Noto Sans KR"/>
                <a:cs typeface="Noto Sans KR"/>
              </a:rPr>
              <a:t>시공</a:t>
            </a:r>
            <a:r>
              <a:rPr dirty="0" sz="1300" spc="6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300" b="1">
                <a:solidFill>
                  <a:srgbClr val="FFFFFF"/>
                </a:solidFill>
                <a:latin typeface="Noto Sans KR"/>
                <a:cs typeface="Noto Sans KR"/>
              </a:rPr>
              <a:t>전</a:t>
            </a:r>
            <a:r>
              <a:rPr dirty="0" sz="1300" spc="6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300" b="1">
                <a:solidFill>
                  <a:srgbClr val="FFFFFF"/>
                </a:solidFill>
                <a:latin typeface="Noto Sans KR"/>
                <a:cs typeface="Noto Sans KR"/>
              </a:rPr>
              <a:t>안전성</a:t>
            </a:r>
            <a:r>
              <a:rPr dirty="0" sz="1300" spc="6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300" spc="-25" b="1">
                <a:solidFill>
                  <a:srgbClr val="FFFFFF"/>
                </a:solidFill>
                <a:latin typeface="Noto Sans KR"/>
                <a:cs typeface="Noto Sans KR"/>
              </a:rPr>
              <a:t>확보</a:t>
            </a:r>
            <a:endParaRPr sz="1300">
              <a:latin typeface="Noto Sans KR"/>
              <a:cs typeface="Noto Sans KR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사전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예방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중심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Noto Sans KR"/>
                <a:cs typeface="Noto Sans KR"/>
              </a:rPr>
              <a:t>관리</a:t>
            </a:r>
            <a:endParaRPr sz="1000">
              <a:latin typeface="Noto Sans KR"/>
              <a:cs typeface="Noto Sans KR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3786250" y="1629611"/>
            <a:ext cx="3119755" cy="5725795"/>
            <a:chOff x="3786250" y="1629611"/>
            <a:chExt cx="3119755" cy="5725795"/>
          </a:xfrm>
        </p:grpSpPr>
        <p:sp>
          <p:nvSpPr>
            <p:cNvPr id="19" name="object 19" descr=""/>
            <p:cNvSpPr/>
            <p:nvPr/>
          </p:nvSpPr>
          <p:spPr>
            <a:xfrm>
              <a:off x="3786250" y="1629611"/>
              <a:ext cx="3119755" cy="5725795"/>
            </a:xfrm>
            <a:custGeom>
              <a:avLst/>
              <a:gdLst/>
              <a:ahLst/>
              <a:cxnLst/>
              <a:rect l="l" t="t" r="r" b="b"/>
              <a:pathLst>
                <a:path w="3119754" h="5725795">
                  <a:moveTo>
                    <a:pt x="3024249" y="5725758"/>
                  </a:moveTo>
                  <a:lnTo>
                    <a:pt x="95249" y="5725758"/>
                  </a:lnTo>
                  <a:lnTo>
                    <a:pt x="58266" y="5718242"/>
                  </a:lnTo>
                  <a:lnTo>
                    <a:pt x="27979" y="5697778"/>
                  </a:lnTo>
                  <a:lnTo>
                    <a:pt x="7515" y="5667491"/>
                  </a:lnTo>
                  <a:lnTo>
                    <a:pt x="0" y="5630509"/>
                  </a:lnTo>
                  <a:lnTo>
                    <a:pt x="0" y="95248"/>
                  </a:lnTo>
                  <a:lnTo>
                    <a:pt x="7515" y="58265"/>
                  </a:lnTo>
                  <a:lnTo>
                    <a:pt x="27979" y="27979"/>
                  </a:lnTo>
                  <a:lnTo>
                    <a:pt x="58266" y="7515"/>
                  </a:lnTo>
                  <a:lnTo>
                    <a:pt x="95246" y="0"/>
                  </a:lnTo>
                  <a:lnTo>
                    <a:pt x="3024253" y="0"/>
                  </a:lnTo>
                  <a:lnTo>
                    <a:pt x="3061233" y="7515"/>
                  </a:lnTo>
                  <a:lnTo>
                    <a:pt x="3091520" y="27979"/>
                  </a:lnTo>
                  <a:lnTo>
                    <a:pt x="3111984" y="58265"/>
                  </a:lnTo>
                  <a:lnTo>
                    <a:pt x="3119499" y="95248"/>
                  </a:lnTo>
                  <a:lnTo>
                    <a:pt x="3119499" y="5630509"/>
                  </a:lnTo>
                  <a:lnTo>
                    <a:pt x="3111984" y="5667491"/>
                  </a:lnTo>
                  <a:lnTo>
                    <a:pt x="3091520" y="5697778"/>
                  </a:lnTo>
                  <a:lnTo>
                    <a:pt x="3061233" y="5718242"/>
                  </a:lnTo>
                  <a:lnTo>
                    <a:pt x="3024249" y="5725758"/>
                  </a:lnTo>
                  <a:close/>
                </a:path>
              </a:pathLst>
            </a:custGeom>
            <a:solidFill>
              <a:srgbClr val="F7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786250" y="1629611"/>
              <a:ext cx="3119755" cy="1153160"/>
            </a:xfrm>
            <a:custGeom>
              <a:avLst/>
              <a:gdLst/>
              <a:ahLst/>
              <a:cxnLst/>
              <a:rect l="l" t="t" r="r" b="b"/>
              <a:pathLst>
                <a:path w="3119754" h="1153160">
                  <a:moveTo>
                    <a:pt x="3119499" y="1152691"/>
                  </a:moveTo>
                  <a:lnTo>
                    <a:pt x="0" y="1152691"/>
                  </a:lnTo>
                  <a:lnTo>
                    <a:pt x="0" y="95248"/>
                  </a:lnTo>
                  <a:lnTo>
                    <a:pt x="7515" y="58265"/>
                  </a:lnTo>
                  <a:lnTo>
                    <a:pt x="27979" y="27979"/>
                  </a:lnTo>
                  <a:lnTo>
                    <a:pt x="58266" y="7515"/>
                  </a:lnTo>
                  <a:lnTo>
                    <a:pt x="95246" y="0"/>
                  </a:lnTo>
                  <a:lnTo>
                    <a:pt x="3024253" y="0"/>
                  </a:lnTo>
                  <a:lnTo>
                    <a:pt x="3061233" y="7515"/>
                  </a:lnTo>
                  <a:lnTo>
                    <a:pt x="3091520" y="27979"/>
                  </a:lnTo>
                  <a:lnTo>
                    <a:pt x="3111984" y="58265"/>
                  </a:lnTo>
                  <a:lnTo>
                    <a:pt x="3119499" y="95248"/>
                  </a:lnTo>
                  <a:lnTo>
                    <a:pt x="3119499" y="1152691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3929125" y="4143185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2521799" y="781049"/>
                  </a:moveTo>
                  <a:lnTo>
                    <a:pt x="47624" y="781049"/>
                  </a:lnTo>
                  <a:lnTo>
                    <a:pt x="29132" y="777291"/>
                  </a:lnTo>
                  <a:lnTo>
                    <a:pt x="13989" y="767059"/>
                  </a:lnTo>
                  <a:lnTo>
                    <a:pt x="3757" y="751916"/>
                  </a:lnTo>
                  <a:lnTo>
                    <a:pt x="0" y="733425"/>
                  </a:lnTo>
                  <a:lnTo>
                    <a:pt x="0" y="47623"/>
                  </a:lnTo>
                  <a:lnTo>
                    <a:pt x="3757" y="29132"/>
                  </a:lnTo>
                  <a:lnTo>
                    <a:pt x="13989" y="13989"/>
                  </a:lnTo>
                  <a:lnTo>
                    <a:pt x="29132" y="3757"/>
                  </a:lnTo>
                  <a:lnTo>
                    <a:pt x="47621" y="0"/>
                  </a:lnTo>
                  <a:lnTo>
                    <a:pt x="2521802" y="0"/>
                  </a:lnTo>
                  <a:lnTo>
                    <a:pt x="2540291" y="3757"/>
                  </a:lnTo>
                  <a:lnTo>
                    <a:pt x="2555435" y="13989"/>
                  </a:lnTo>
                  <a:lnTo>
                    <a:pt x="2565667" y="29132"/>
                  </a:lnTo>
                  <a:lnTo>
                    <a:pt x="2569424" y="47623"/>
                  </a:lnTo>
                  <a:lnTo>
                    <a:pt x="2569424" y="733425"/>
                  </a:lnTo>
                  <a:lnTo>
                    <a:pt x="2565667" y="751916"/>
                  </a:lnTo>
                  <a:lnTo>
                    <a:pt x="2555435" y="767059"/>
                  </a:lnTo>
                  <a:lnTo>
                    <a:pt x="2540291" y="777291"/>
                  </a:lnTo>
                  <a:lnTo>
                    <a:pt x="2521799" y="781049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929113" y="4143191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9525" y="694677"/>
                  </a:moveTo>
                  <a:lnTo>
                    <a:pt x="0" y="694677"/>
                  </a:lnTo>
                  <a:lnTo>
                    <a:pt x="0" y="723633"/>
                  </a:lnTo>
                  <a:lnTo>
                    <a:pt x="9525" y="723633"/>
                  </a:lnTo>
                  <a:lnTo>
                    <a:pt x="9525" y="694677"/>
                  </a:lnTo>
                  <a:close/>
                </a:path>
                <a:path w="2569845" h="781050">
                  <a:moveTo>
                    <a:pt x="9525" y="636739"/>
                  </a:moveTo>
                  <a:lnTo>
                    <a:pt x="0" y="636739"/>
                  </a:lnTo>
                  <a:lnTo>
                    <a:pt x="0" y="665708"/>
                  </a:lnTo>
                  <a:lnTo>
                    <a:pt x="9525" y="665708"/>
                  </a:lnTo>
                  <a:lnTo>
                    <a:pt x="9525" y="636739"/>
                  </a:lnTo>
                  <a:close/>
                </a:path>
                <a:path w="2569845" h="781050">
                  <a:moveTo>
                    <a:pt x="9525" y="578802"/>
                  </a:moveTo>
                  <a:lnTo>
                    <a:pt x="0" y="578802"/>
                  </a:lnTo>
                  <a:lnTo>
                    <a:pt x="0" y="607771"/>
                  </a:lnTo>
                  <a:lnTo>
                    <a:pt x="9525" y="607771"/>
                  </a:lnTo>
                  <a:lnTo>
                    <a:pt x="9525" y="578802"/>
                  </a:lnTo>
                  <a:close/>
                </a:path>
                <a:path w="2569845" h="781050">
                  <a:moveTo>
                    <a:pt x="9525" y="520877"/>
                  </a:moveTo>
                  <a:lnTo>
                    <a:pt x="0" y="520877"/>
                  </a:lnTo>
                  <a:lnTo>
                    <a:pt x="0" y="549833"/>
                  </a:lnTo>
                  <a:lnTo>
                    <a:pt x="9525" y="549833"/>
                  </a:lnTo>
                  <a:lnTo>
                    <a:pt x="9525" y="520877"/>
                  </a:lnTo>
                  <a:close/>
                </a:path>
                <a:path w="2569845" h="781050">
                  <a:moveTo>
                    <a:pt x="9525" y="462940"/>
                  </a:moveTo>
                  <a:lnTo>
                    <a:pt x="0" y="462940"/>
                  </a:lnTo>
                  <a:lnTo>
                    <a:pt x="0" y="491909"/>
                  </a:lnTo>
                  <a:lnTo>
                    <a:pt x="9525" y="491909"/>
                  </a:lnTo>
                  <a:lnTo>
                    <a:pt x="9525" y="462940"/>
                  </a:lnTo>
                  <a:close/>
                </a:path>
                <a:path w="2569845" h="781050">
                  <a:moveTo>
                    <a:pt x="9525" y="405003"/>
                  </a:moveTo>
                  <a:lnTo>
                    <a:pt x="0" y="405003"/>
                  </a:lnTo>
                  <a:lnTo>
                    <a:pt x="0" y="433971"/>
                  </a:lnTo>
                  <a:lnTo>
                    <a:pt x="9525" y="433971"/>
                  </a:lnTo>
                  <a:lnTo>
                    <a:pt x="9525" y="405003"/>
                  </a:lnTo>
                  <a:close/>
                </a:path>
                <a:path w="2569845" h="781050">
                  <a:moveTo>
                    <a:pt x="9525" y="347078"/>
                  </a:moveTo>
                  <a:lnTo>
                    <a:pt x="0" y="347078"/>
                  </a:lnTo>
                  <a:lnTo>
                    <a:pt x="0" y="376047"/>
                  </a:lnTo>
                  <a:lnTo>
                    <a:pt x="9525" y="376047"/>
                  </a:lnTo>
                  <a:lnTo>
                    <a:pt x="9525" y="347078"/>
                  </a:lnTo>
                  <a:close/>
                </a:path>
                <a:path w="2569845" h="781050">
                  <a:moveTo>
                    <a:pt x="9525" y="289140"/>
                  </a:moveTo>
                  <a:lnTo>
                    <a:pt x="0" y="289140"/>
                  </a:lnTo>
                  <a:lnTo>
                    <a:pt x="0" y="318109"/>
                  </a:lnTo>
                  <a:lnTo>
                    <a:pt x="9525" y="318109"/>
                  </a:lnTo>
                  <a:lnTo>
                    <a:pt x="9525" y="289140"/>
                  </a:lnTo>
                  <a:close/>
                </a:path>
                <a:path w="2569845" h="781050">
                  <a:moveTo>
                    <a:pt x="9525" y="231203"/>
                  </a:moveTo>
                  <a:lnTo>
                    <a:pt x="0" y="231203"/>
                  </a:lnTo>
                  <a:lnTo>
                    <a:pt x="0" y="260172"/>
                  </a:lnTo>
                  <a:lnTo>
                    <a:pt x="9525" y="260172"/>
                  </a:lnTo>
                  <a:lnTo>
                    <a:pt x="9525" y="231203"/>
                  </a:lnTo>
                  <a:close/>
                </a:path>
                <a:path w="2569845" h="781050">
                  <a:moveTo>
                    <a:pt x="9525" y="173278"/>
                  </a:moveTo>
                  <a:lnTo>
                    <a:pt x="0" y="173278"/>
                  </a:lnTo>
                  <a:lnTo>
                    <a:pt x="0" y="202247"/>
                  </a:lnTo>
                  <a:lnTo>
                    <a:pt x="9525" y="202247"/>
                  </a:lnTo>
                  <a:lnTo>
                    <a:pt x="9525" y="173278"/>
                  </a:lnTo>
                  <a:close/>
                </a:path>
                <a:path w="2569845" h="781050">
                  <a:moveTo>
                    <a:pt x="9525" y="115341"/>
                  </a:moveTo>
                  <a:lnTo>
                    <a:pt x="0" y="115341"/>
                  </a:lnTo>
                  <a:lnTo>
                    <a:pt x="0" y="144310"/>
                  </a:lnTo>
                  <a:lnTo>
                    <a:pt x="9525" y="144310"/>
                  </a:lnTo>
                  <a:lnTo>
                    <a:pt x="9525" y="115341"/>
                  </a:lnTo>
                  <a:close/>
                </a:path>
                <a:path w="2569845" h="781050">
                  <a:moveTo>
                    <a:pt x="9525" y="57404"/>
                  </a:moveTo>
                  <a:lnTo>
                    <a:pt x="0" y="57404"/>
                  </a:lnTo>
                  <a:lnTo>
                    <a:pt x="0" y="86372"/>
                  </a:lnTo>
                  <a:lnTo>
                    <a:pt x="9525" y="86372"/>
                  </a:lnTo>
                  <a:lnTo>
                    <a:pt x="9525" y="57404"/>
                  </a:lnTo>
                  <a:close/>
                </a:path>
                <a:path w="2569845" h="781050">
                  <a:moveTo>
                    <a:pt x="31026" y="13754"/>
                  </a:moveTo>
                  <a:lnTo>
                    <a:pt x="26873" y="5295"/>
                  </a:lnTo>
                  <a:lnTo>
                    <a:pt x="13995" y="13995"/>
                  </a:lnTo>
                  <a:lnTo>
                    <a:pt x="5067" y="27190"/>
                  </a:lnTo>
                  <a:lnTo>
                    <a:pt x="13589" y="31280"/>
                  </a:lnTo>
                  <a:lnTo>
                    <a:pt x="20726" y="20713"/>
                  </a:lnTo>
                  <a:lnTo>
                    <a:pt x="31026" y="13754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20726" y="760222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31026" y="767207"/>
                  </a:lnTo>
                  <a:lnTo>
                    <a:pt x="20739" y="760234"/>
                  </a:lnTo>
                  <a:lnTo>
                    <a:pt x="13589" y="749769"/>
                  </a:lnTo>
                  <a:lnTo>
                    <a:pt x="5067" y="753846"/>
                  </a:lnTo>
                  <a:lnTo>
                    <a:pt x="13995" y="767054"/>
                  </a:lnTo>
                  <a:lnTo>
                    <a:pt x="26873" y="775716"/>
                  </a:lnTo>
                  <a:lnTo>
                    <a:pt x="31051" y="767207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84569" y="771525"/>
                  </a:moveTo>
                  <a:lnTo>
                    <a:pt x="56324" y="771525"/>
                  </a:lnTo>
                  <a:lnTo>
                    <a:pt x="56324" y="781050"/>
                  </a:lnTo>
                  <a:lnTo>
                    <a:pt x="84569" y="781050"/>
                  </a:lnTo>
                  <a:lnTo>
                    <a:pt x="84569" y="771525"/>
                  </a:lnTo>
                  <a:close/>
                </a:path>
                <a:path w="2569845" h="781050">
                  <a:moveTo>
                    <a:pt x="84569" y="0"/>
                  </a:moveTo>
                  <a:lnTo>
                    <a:pt x="56324" y="0"/>
                  </a:lnTo>
                  <a:lnTo>
                    <a:pt x="56324" y="9525"/>
                  </a:lnTo>
                  <a:lnTo>
                    <a:pt x="84569" y="9525"/>
                  </a:lnTo>
                  <a:lnTo>
                    <a:pt x="84569" y="0"/>
                  </a:lnTo>
                  <a:close/>
                </a:path>
                <a:path w="2569845" h="781050">
                  <a:moveTo>
                    <a:pt x="141046" y="771525"/>
                  </a:moveTo>
                  <a:lnTo>
                    <a:pt x="112801" y="771525"/>
                  </a:lnTo>
                  <a:lnTo>
                    <a:pt x="112801" y="781050"/>
                  </a:lnTo>
                  <a:lnTo>
                    <a:pt x="141046" y="781050"/>
                  </a:lnTo>
                  <a:lnTo>
                    <a:pt x="141046" y="771525"/>
                  </a:lnTo>
                  <a:close/>
                </a:path>
                <a:path w="2569845" h="781050">
                  <a:moveTo>
                    <a:pt x="141046" y="0"/>
                  </a:moveTo>
                  <a:lnTo>
                    <a:pt x="112801" y="0"/>
                  </a:lnTo>
                  <a:lnTo>
                    <a:pt x="112801" y="9525"/>
                  </a:lnTo>
                  <a:lnTo>
                    <a:pt x="141046" y="9525"/>
                  </a:lnTo>
                  <a:lnTo>
                    <a:pt x="141046" y="0"/>
                  </a:lnTo>
                  <a:close/>
                </a:path>
                <a:path w="2569845" h="781050">
                  <a:moveTo>
                    <a:pt x="197523" y="771525"/>
                  </a:moveTo>
                  <a:lnTo>
                    <a:pt x="169278" y="771525"/>
                  </a:lnTo>
                  <a:lnTo>
                    <a:pt x="169278" y="781050"/>
                  </a:lnTo>
                  <a:lnTo>
                    <a:pt x="197523" y="781050"/>
                  </a:lnTo>
                  <a:lnTo>
                    <a:pt x="197523" y="771525"/>
                  </a:lnTo>
                  <a:close/>
                </a:path>
                <a:path w="2569845" h="781050">
                  <a:moveTo>
                    <a:pt x="197523" y="0"/>
                  </a:moveTo>
                  <a:lnTo>
                    <a:pt x="169278" y="0"/>
                  </a:lnTo>
                  <a:lnTo>
                    <a:pt x="169278" y="9525"/>
                  </a:lnTo>
                  <a:lnTo>
                    <a:pt x="197523" y="9525"/>
                  </a:lnTo>
                  <a:lnTo>
                    <a:pt x="197523" y="0"/>
                  </a:lnTo>
                  <a:close/>
                </a:path>
                <a:path w="2569845" h="781050">
                  <a:moveTo>
                    <a:pt x="254000" y="771525"/>
                  </a:moveTo>
                  <a:lnTo>
                    <a:pt x="225755" y="771525"/>
                  </a:lnTo>
                  <a:lnTo>
                    <a:pt x="225755" y="781050"/>
                  </a:lnTo>
                  <a:lnTo>
                    <a:pt x="254000" y="781050"/>
                  </a:lnTo>
                  <a:lnTo>
                    <a:pt x="254000" y="771525"/>
                  </a:lnTo>
                  <a:close/>
                </a:path>
                <a:path w="2569845" h="781050">
                  <a:moveTo>
                    <a:pt x="254000" y="0"/>
                  </a:moveTo>
                  <a:lnTo>
                    <a:pt x="225755" y="0"/>
                  </a:lnTo>
                  <a:lnTo>
                    <a:pt x="225755" y="9525"/>
                  </a:lnTo>
                  <a:lnTo>
                    <a:pt x="254000" y="9525"/>
                  </a:lnTo>
                  <a:lnTo>
                    <a:pt x="254000" y="0"/>
                  </a:lnTo>
                  <a:close/>
                </a:path>
                <a:path w="2569845" h="781050">
                  <a:moveTo>
                    <a:pt x="310476" y="771525"/>
                  </a:moveTo>
                  <a:lnTo>
                    <a:pt x="282232" y="771525"/>
                  </a:lnTo>
                  <a:lnTo>
                    <a:pt x="282232" y="781050"/>
                  </a:lnTo>
                  <a:lnTo>
                    <a:pt x="310476" y="781050"/>
                  </a:lnTo>
                  <a:lnTo>
                    <a:pt x="310476" y="771525"/>
                  </a:lnTo>
                  <a:close/>
                </a:path>
                <a:path w="2569845" h="781050">
                  <a:moveTo>
                    <a:pt x="310476" y="0"/>
                  </a:moveTo>
                  <a:lnTo>
                    <a:pt x="282232" y="0"/>
                  </a:lnTo>
                  <a:lnTo>
                    <a:pt x="282232" y="9525"/>
                  </a:lnTo>
                  <a:lnTo>
                    <a:pt x="310476" y="9525"/>
                  </a:lnTo>
                  <a:lnTo>
                    <a:pt x="310476" y="0"/>
                  </a:lnTo>
                  <a:close/>
                </a:path>
                <a:path w="2569845" h="781050">
                  <a:moveTo>
                    <a:pt x="366953" y="771525"/>
                  </a:moveTo>
                  <a:lnTo>
                    <a:pt x="338709" y="771525"/>
                  </a:lnTo>
                  <a:lnTo>
                    <a:pt x="338709" y="781050"/>
                  </a:lnTo>
                  <a:lnTo>
                    <a:pt x="366953" y="781050"/>
                  </a:lnTo>
                  <a:lnTo>
                    <a:pt x="366953" y="771525"/>
                  </a:lnTo>
                  <a:close/>
                </a:path>
                <a:path w="2569845" h="781050">
                  <a:moveTo>
                    <a:pt x="366953" y="0"/>
                  </a:moveTo>
                  <a:lnTo>
                    <a:pt x="338709" y="0"/>
                  </a:lnTo>
                  <a:lnTo>
                    <a:pt x="338709" y="9525"/>
                  </a:lnTo>
                  <a:lnTo>
                    <a:pt x="366953" y="9525"/>
                  </a:lnTo>
                  <a:lnTo>
                    <a:pt x="366953" y="0"/>
                  </a:lnTo>
                  <a:close/>
                </a:path>
                <a:path w="2569845" h="781050">
                  <a:moveTo>
                    <a:pt x="423430" y="771525"/>
                  </a:moveTo>
                  <a:lnTo>
                    <a:pt x="395185" y="771525"/>
                  </a:lnTo>
                  <a:lnTo>
                    <a:pt x="395185" y="781050"/>
                  </a:lnTo>
                  <a:lnTo>
                    <a:pt x="423430" y="781050"/>
                  </a:lnTo>
                  <a:lnTo>
                    <a:pt x="423430" y="771525"/>
                  </a:lnTo>
                  <a:close/>
                </a:path>
                <a:path w="2569845" h="781050">
                  <a:moveTo>
                    <a:pt x="423430" y="0"/>
                  </a:moveTo>
                  <a:lnTo>
                    <a:pt x="395185" y="0"/>
                  </a:lnTo>
                  <a:lnTo>
                    <a:pt x="395185" y="9525"/>
                  </a:lnTo>
                  <a:lnTo>
                    <a:pt x="423430" y="9525"/>
                  </a:lnTo>
                  <a:lnTo>
                    <a:pt x="423430" y="0"/>
                  </a:lnTo>
                  <a:close/>
                </a:path>
                <a:path w="2569845" h="781050">
                  <a:moveTo>
                    <a:pt x="479907" y="771525"/>
                  </a:moveTo>
                  <a:lnTo>
                    <a:pt x="451675" y="771525"/>
                  </a:lnTo>
                  <a:lnTo>
                    <a:pt x="451675" y="781050"/>
                  </a:lnTo>
                  <a:lnTo>
                    <a:pt x="479907" y="781050"/>
                  </a:lnTo>
                  <a:lnTo>
                    <a:pt x="479907" y="771525"/>
                  </a:lnTo>
                  <a:close/>
                </a:path>
                <a:path w="2569845" h="781050">
                  <a:moveTo>
                    <a:pt x="479907" y="0"/>
                  </a:moveTo>
                  <a:lnTo>
                    <a:pt x="451675" y="0"/>
                  </a:lnTo>
                  <a:lnTo>
                    <a:pt x="451675" y="9525"/>
                  </a:lnTo>
                  <a:lnTo>
                    <a:pt x="479907" y="9525"/>
                  </a:lnTo>
                  <a:lnTo>
                    <a:pt x="479907" y="0"/>
                  </a:lnTo>
                  <a:close/>
                </a:path>
                <a:path w="2569845" h="781050">
                  <a:moveTo>
                    <a:pt x="536384" y="771525"/>
                  </a:moveTo>
                  <a:lnTo>
                    <a:pt x="508152" y="771525"/>
                  </a:lnTo>
                  <a:lnTo>
                    <a:pt x="508152" y="781050"/>
                  </a:lnTo>
                  <a:lnTo>
                    <a:pt x="536384" y="781050"/>
                  </a:lnTo>
                  <a:lnTo>
                    <a:pt x="536384" y="771525"/>
                  </a:lnTo>
                  <a:close/>
                </a:path>
                <a:path w="2569845" h="781050">
                  <a:moveTo>
                    <a:pt x="536384" y="0"/>
                  </a:moveTo>
                  <a:lnTo>
                    <a:pt x="508152" y="0"/>
                  </a:lnTo>
                  <a:lnTo>
                    <a:pt x="508152" y="9525"/>
                  </a:lnTo>
                  <a:lnTo>
                    <a:pt x="536384" y="9525"/>
                  </a:lnTo>
                  <a:lnTo>
                    <a:pt x="536384" y="0"/>
                  </a:lnTo>
                  <a:close/>
                </a:path>
                <a:path w="2569845" h="781050">
                  <a:moveTo>
                    <a:pt x="592861" y="771525"/>
                  </a:moveTo>
                  <a:lnTo>
                    <a:pt x="564629" y="771525"/>
                  </a:lnTo>
                  <a:lnTo>
                    <a:pt x="564629" y="781050"/>
                  </a:lnTo>
                  <a:lnTo>
                    <a:pt x="592861" y="781050"/>
                  </a:lnTo>
                  <a:lnTo>
                    <a:pt x="592861" y="771525"/>
                  </a:lnTo>
                  <a:close/>
                </a:path>
                <a:path w="2569845" h="781050">
                  <a:moveTo>
                    <a:pt x="592861" y="0"/>
                  </a:moveTo>
                  <a:lnTo>
                    <a:pt x="564629" y="0"/>
                  </a:lnTo>
                  <a:lnTo>
                    <a:pt x="564629" y="9525"/>
                  </a:lnTo>
                  <a:lnTo>
                    <a:pt x="592861" y="9525"/>
                  </a:lnTo>
                  <a:lnTo>
                    <a:pt x="592861" y="0"/>
                  </a:lnTo>
                  <a:close/>
                </a:path>
                <a:path w="2569845" h="781050">
                  <a:moveTo>
                    <a:pt x="649338" y="771525"/>
                  </a:moveTo>
                  <a:lnTo>
                    <a:pt x="621106" y="771525"/>
                  </a:lnTo>
                  <a:lnTo>
                    <a:pt x="621106" y="781050"/>
                  </a:lnTo>
                  <a:lnTo>
                    <a:pt x="649338" y="781050"/>
                  </a:lnTo>
                  <a:lnTo>
                    <a:pt x="649338" y="771525"/>
                  </a:lnTo>
                  <a:close/>
                </a:path>
                <a:path w="2569845" h="781050">
                  <a:moveTo>
                    <a:pt x="649338" y="0"/>
                  </a:moveTo>
                  <a:lnTo>
                    <a:pt x="621106" y="0"/>
                  </a:lnTo>
                  <a:lnTo>
                    <a:pt x="621106" y="9525"/>
                  </a:lnTo>
                  <a:lnTo>
                    <a:pt x="649338" y="9525"/>
                  </a:lnTo>
                  <a:lnTo>
                    <a:pt x="649338" y="0"/>
                  </a:lnTo>
                  <a:close/>
                </a:path>
                <a:path w="2569845" h="781050">
                  <a:moveTo>
                    <a:pt x="705815" y="771525"/>
                  </a:moveTo>
                  <a:lnTo>
                    <a:pt x="677583" y="771525"/>
                  </a:lnTo>
                  <a:lnTo>
                    <a:pt x="677583" y="781050"/>
                  </a:lnTo>
                  <a:lnTo>
                    <a:pt x="705815" y="781050"/>
                  </a:lnTo>
                  <a:lnTo>
                    <a:pt x="705815" y="771525"/>
                  </a:lnTo>
                  <a:close/>
                </a:path>
                <a:path w="2569845" h="781050">
                  <a:moveTo>
                    <a:pt x="705815" y="0"/>
                  </a:moveTo>
                  <a:lnTo>
                    <a:pt x="677583" y="0"/>
                  </a:lnTo>
                  <a:lnTo>
                    <a:pt x="677583" y="9525"/>
                  </a:lnTo>
                  <a:lnTo>
                    <a:pt x="705815" y="9525"/>
                  </a:lnTo>
                  <a:lnTo>
                    <a:pt x="705815" y="0"/>
                  </a:lnTo>
                  <a:close/>
                </a:path>
                <a:path w="2569845" h="781050">
                  <a:moveTo>
                    <a:pt x="762292" y="771525"/>
                  </a:moveTo>
                  <a:lnTo>
                    <a:pt x="734060" y="771525"/>
                  </a:lnTo>
                  <a:lnTo>
                    <a:pt x="734060" y="781050"/>
                  </a:lnTo>
                  <a:lnTo>
                    <a:pt x="762292" y="781050"/>
                  </a:lnTo>
                  <a:lnTo>
                    <a:pt x="762292" y="771525"/>
                  </a:lnTo>
                  <a:close/>
                </a:path>
                <a:path w="2569845" h="781050">
                  <a:moveTo>
                    <a:pt x="762292" y="0"/>
                  </a:moveTo>
                  <a:lnTo>
                    <a:pt x="734060" y="0"/>
                  </a:lnTo>
                  <a:lnTo>
                    <a:pt x="734060" y="9525"/>
                  </a:lnTo>
                  <a:lnTo>
                    <a:pt x="762292" y="9525"/>
                  </a:lnTo>
                  <a:lnTo>
                    <a:pt x="762292" y="0"/>
                  </a:lnTo>
                  <a:close/>
                </a:path>
                <a:path w="2569845" h="781050">
                  <a:moveTo>
                    <a:pt x="818781" y="771525"/>
                  </a:moveTo>
                  <a:lnTo>
                    <a:pt x="790536" y="771525"/>
                  </a:lnTo>
                  <a:lnTo>
                    <a:pt x="790536" y="781050"/>
                  </a:lnTo>
                  <a:lnTo>
                    <a:pt x="818781" y="781050"/>
                  </a:lnTo>
                  <a:lnTo>
                    <a:pt x="818781" y="771525"/>
                  </a:lnTo>
                  <a:close/>
                </a:path>
                <a:path w="2569845" h="781050">
                  <a:moveTo>
                    <a:pt x="818781" y="0"/>
                  </a:moveTo>
                  <a:lnTo>
                    <a:pt x="790536" y="0"/>
                  </a:lnTo>
                  <a:lnTo>
                    <a:pt x="790536" y="9525"/>
                  </a:lnTo>
                  <a:lnTo>
                    <a:pt x="818781" y="9525"/>
                  </a:lnTo>
                  <a:lnTo>
                    <a:pt x="818781" y="0"/>
                  </a:lnTo>
                  <a:close/>
                </a:path>
                <a:path w="2569845" h="781050">
                  <a:moveTo>
                    <a:pt x="875258" y="771525"/>
                  </a:moveTo>
                  <a:lnTo>
                    <a:pt x="847013" y="771525"/>
                  </a:lnTo>
                  <a:lnTo>
                    <a:pt x="847013" y="781050"/>
                  </a:lnTo>
                  <a:lnTo>
                    <a:pt x="875258" y="781050"/>
                  </a:lnTo>
                  <a:lnTo>
                    <a:pt x="875258" y="771525"/>
                  </a:lnTo>
                  <a:close/>
                </a:path>
                <a:path w="2569845" h="781050">
                  <a:moveTo>
                    <a:pt x="875258" y="0"/>
                  </a:moveTo>
                  <a:lnTo>
                    <a:pt x="847013" y="0"/>
                  </a:lnTo>
                  <a:lnTo>
                    <a:pt x="847013" y="9525"/>
                  </a:lnTo>
                  <a:lnTo>
                    <a:pt x="875258" y="9525"/>
                  </a:lnTo>
                  <a:lnTo>
                    <a:pt x="875258" y="0"/>
                  </a:lnTo>
                  <a:close/>
                </a:path>
                <a:path w="2569845" h="781050">
                  <a:moveTo>
                    <a:pt x="931735" y="771525"/>
                  </a:moveTo>
                  <a:lnTo>
                    <a:pt x="903490" y="771525"/>
                  </a:lnTo>
                  <a:lnTo>
                    <a:pt x="903490" y="781050"/>
                  </a:lnTo>
                  <a:lnTo>
                    <a:pt x="931735" y="781050"/>
                  </a:lnTo>
                  <a:lnTo>
                    <a:pt x="931735" y="771525"/>
                  </a:lnTo>
                  <a:close/>
                </a:path>
                <a:path w="2569845" h="781050">
                  <a:moveTo>
                    <a:pt x="931735" y="0"/>
                  </a:moveTo>
                  <a:lnTo>
                    <a:pt x="903490" y="0"/>
                  </a:lnTo>
                  <a:lnTo>
                    <a:pt x="903490" y="9525"/>
                  </a:lnTo>
                  <a:lnTo>
                    <a:pt x="931735" y="9525"/>
                  </a:lnTo>
                  <a:lnTo>
                    <a:pt x="931735" y="0"/>
                  </a:lnTo>
                  <a:close/>
                </a:path>
                <a:path w="2569845" h="781050">
                  <a:moveTo>
                    <a:pt x="988212" y="771525"/>
                  </a:moveTo>
                  <a:lnTo>
                    <a:pt x="959967" y="771525"/>
                  </a:lnTo>
                  <a:lnTo>
                    <a:pt x="959967" y="781050"/>
                  </a:lnTo>
                  <a:lnTo>
                    <a:pt x="988212" y="781050"/>
                  </a:lnTo>
                  <a:lnTo>
                    <a:pt x="988212" y="771525"/>
                  </a:lnTo>
                  <a:close/>
                </a:path>
                <a:path w="2569845" h="781050">
                  <a:moveTo>
                    <a:pt x="988212" y="0"/>
                  </a:moveTo>
                  <a:lnTo>
                    <a:pt x="959967" y="0"/>
                  </a:lnTo>
                  <a:lnTo>
                    <a:pt x="959967" y="9525"/>
                  </a:lnTo>
                  <a:lnTo>
                    <a:pt x="988212" y="9525"/>
                  </a:lnTo>
                  <a:lnTo>
                    <a:pt x="988212" y="0"/>
                  </a:lnTo>
                  <a:close/>
                </a:path>
                <a:path w="2569845" h="781050">
                  <a:moveTo>
                    <a:pt x="1044689" y="771525"/>
                  </a:moveTo>
                  <a:lnTo>
                    <a:pt x="1016444" y="771525"/>
                  </a:lnTo>
                  <a:lnTo>
                    <a:pt x="1016444" y="781050"/>
                  </a:lnTo>
                  <a:lnTo>
                    <a:pt x="1044689" y="781050"/>
                  </a:lnTo>
                  <a:lnTo>
                    <a:pt x="1044689" y="771525"/>
                  </a:lnTo>
                  <a:close/>
                </a:path>
                <a:path w="2569845" h="781050">
                  <a:moveTo>
                    <a:pt x="1044689" y="0"/>
                  </a:moveTo>
                  <a:lnTo>
                    <a:pt x="1016444" y="0"/>
                  </a:lnTo>
                  <a:lnTo>
                    <a:pt x="1016444" y="9525"/>
                  </a:lnTo>
                  <a:lnTo>
                    <a:pt x="1044689" y="9525"/>
                  </a:lnTo>
                  <a:lnTo>
                    <a:pt x="1044689" y="0"/>
                  </a:lnTo>
                  <a:close/>
                </a:path>
                <a:path w="2569845" h="781050">
                  <a:moveTo>
                    <a:pt x="1101166" y="771525"/>
                  </a:moveTo>
                  <a:lnTo>
                    <a:pt x="1072921" y="771525"/>
                  </a:lnTo>
                  <a:lnTo>
                    <a:pt x="1072921" y="781050"/>
                  </a:lnTo>
                  <a:lnTo>
                    <a:pt x="1101166" y="781050"/>
                  </a:lnTo>
                  <a:lnTo>
                    <a:pt x="1101166" y="771525"/>
                  </a:lnTo>
                  <a:close/>
                </a:path>
                <a:path w="2569845" h="781050">
                  <a:moveTo>
                    <a:pt x="1101166" y="0"/>
                  </a:moveTo>
                  <a:lnTo>
                    <a:pt x="1072921" y="0"/>
                  </a:lnTo>
                  <a:lnTo>
                    <a:pt x="1072921" y="9525"/>
                  </a:lnTo>
                  <a:lnTo>
                    <a:pt x="1101166" y="9525"/>
                  </a:lnTo>
                  <a:lnTo>
                    <a:pt x="1101166" y="0"/>
                  </a:lnTo>
                  <a:close/>
                </a:path>
                <a:path w="2569845" h="781050">
                  <a:moveTo>
                    <a:pt x="1157643" y="771525"/>
                  </a:moveTo>
                  <a:lnTo>
                    <a:pt x="1129398" y="771525"/>
                  </a:lnTo>
                  <a:lnTo>
                    <a:pt x="1129398" y="781050"/>
                  </a:lnTo>
                  <a:lnTo>
                    <a:pt x="1157643" y="781050"/>
                  </a:lnTo>
                  <a:lnTo>
                    <a:pt x="1157643" y="771525"/>
                  </a:lnTo>
                  <a:close/>
                </a:path>
                <a:path w="2569845" h="781050">
                  <a:moveTo>
                    <a:pt x="1157643" y="0"/>
                  </a:moveTo>
                  <a:lnTo>
                    <a:pt x="1129398" y="0"/>
                  </a:lnTo>
                  <a:lnTo>
                    <a:pt x="1129398" y="9525"/>
                  </a:lnTo>
                  <a:lnTo>
                    <a:pt x="1157643" y="9525"/>
                  </a:lnTo>
                  <a:lnTo>
                    <a:pt x="1157643" y="0"/>
                  </a:lnTo>
                  <a:close/>
                </a:path>
                <a:path w="2569845" h="781050">
                  <a:moveTo>
                    <a:pt x="1214120" y="771525"/>
                  </a:moveTo>
                  <a:lnTo>
                    <a:pt x="1185887" y="771525"/>
                  </a:lnTo>
                  <a:lnTo>
                    <a:pt x="1185887" y="781050"/>
                  </a:lnTo>
                  <a:lnTo>
                    <a:pt x="1214120" y="781050"/>
                  </a:lnTo>
                  <a:lnTo>
                    <a:pt x="1214120" y="771525"/>
                  </a:lnTo>
                  <a:close/>
                </a:path>
                <a:path w="2569845" h="781050">
                  <a:moveTo>
                    <a:pt x="1214120" y="0"/>
                  </a:moveTo>
                  <a:lnTo>
                    <a:pt x="1185887" y="0"/>
                  </a:lnTo>
                  <a:lnTo>
                    <a:pt x="1185887" y="9525"/>
                  </a:lnTo>
                  <a:lnTo>
                    <a:pt x="1214120" y="9525"/>
                  </a:lnTo>
                  <a:lnTo>
                    <a:pt x="1214120" y="0"/>
                  </a:lnTo>
                  <a:close/>
                </a:path>
                <a:path w="2569845" h="781050">
                  <a:moveTo>
                    <a:pt x="1270596" y="771525"/>
                  </a:moveTo>
                  <a:lnTo>
                    <a:pt x="1242364" y="771525"/>
                  </a:lnTo>
                  <a:lnTo>
                    <a:pt x="1242364" y="781050"/>
                  </a:lnTo>
                  <a:lnTo>
                    <a:pt x="1270596" y="781050"/>
                  </a:lnTo>
                  <a:lnTo>
                    <a:pt x="1270596" y="771525"/>
                  </a:lnTo>
                  <a:close/>
                </a:path>
                <a:path w="2569845" h="781050">
                  <a:moveTo>
                    <a:pt x="1270596" y="0"/>
                  </a:moveTo>
                  <a:lnTo>
                    <a:pt x="1242364" y="0"/>
                  </a:lnTo>
                  <a:lnTo>
                    <a:pt x="1242364" y="9525"/>
                  </a:lnTo>
                  <a:lnTo>
                    <a:pt x="1270596" y="9525"/>
                  </a:lnTo>
                  <a:lnTo>
                    <a:pt x="1270596" y="0"/>
                  </a:lnTo>
                  <a:close/>
                </a:path>
                <a:path w="2569845" h="781050">
                  <a:moveTo>
                    <a:pt x="1327073" y="771525"/>
                  </a:moveTo>
                  <a:lnTo>
                    <a:pt x="1298841" y="771525"/>
                  </a:lnTo>
                  <a:lnTo>
                    <a:pt x="1298841" y="781050"/>
                  </a:lnTo>
                  <a:lnTo>
                    <a:pt x="1327073" y="781050"/>
                  </a:lnTo>
                  <a:lnTo>
                    <a:pt x="1327073" y="771525"/>
                  </a:lnTo>
                  <a:close/>
                </a:path>
                <a:path w="2569845" h="781050">
                  <a:moveTo>
                    <a:pt x="1327073" y="0"/>
                  </a:moveTo>
                  <a:lnTo>
                    <a:pt x="1298841" y="0"/>
                  </a:lnTo>
                  <a:lnTo>
                    <a:pt x="1298841" y="9525"/>
                  </a:lnTo>
                  <a:lnTo>
                    <a:pt x="1327073" y="9525"/>
                  </a:lnTo>
                  <a:lnTo>
                    <a:pt x="1327073" y="0"/>
                  </a:lnTo>
                  <a:close/>
                </a:path>
                <a:path w="2569845" h="781050">
                  <a:moveTo>
                    <a:pt x="1383550" y="771525"/>
                  </a:moveTo>
                  <a:lnTo>
                    <a:pt x="1355318" y="771525"/>
                  </a:lnTo>
                  <a:lnTo>
                    <a:pt x="1355318" y="781050"/>
                  </a:lnTo>
                  <a:lnTo>
                    <a:pt x="1383550" y="781050"/>
                  </a:lnTo>
                  <a:lnTo>
                    <a:pt x="1383550" y="771525"/>
                  </a:lnTo>
                  <a:close/>
                </a:path>
                <a:path w="2569845" h="781050">
                  <a:moveTo>
                    <a:pt x="1383550" y="0"/>
                  </a:moveTo>
                  <a:lnTo>
                    <a:pt x="1355318" y="0"/>
                  </a:lnTo>
                  <a:lnTo>
                    <a:pt x="1355318" y="9525"/>
                  </a:lnTo>
                  <a:lnTo>
                    <a:pt x="1383550" y="9525"/>
                  </a:lnTo>
                  <a:lnTo>
                    <a:pt x="1383550" y="0"/>
                  </a:lnTo>
                  <a:close/>
                </a:path>
                <a:path w="2569845" h="781050">
                  <a:moveTo>
                    <a:pt x="1440027" y="771525"/>
                  </a:moveTo>
                  <a:lnTo>
                    <a:pt x="1411795" y="771525"/>
                  </a:lnTo>
                  <a:lnTo>
                    <a:pt x="1411795" y="781050"/>
                  </a:lnTo>
                  <a:lnTo>
                    <a:pt x="1440027" y="781050"/>
                  </a:lnTo>
                  <a:lnTo>
                    <a:pt x="1440027" y="771525"/>
                  </a:lnTo>
                  <a:close/>
                </a:path>
                <a:path w="2569845" h="781050">
                  <a:moveTo>
                    <a:pt x="1440027" y="0"/>
                  </a:moveTo>
                  <a:lnTo>
                    <a:pt x="1411795" y="0"/>
                  </a:lnTo>
                  <a:lnTo>
                    <a:pt x="1411795" y="9525"/>
                  </a:lnTo>
                  <a:lnTo>
                    <a:pt x="1440027" y="9525"/>
                  </a:lnTo>
                  <a:lnTo>
                    <a:pt x="1440027" y="0"/>
                  </a:lnTo>
                  <a:close/>
                </a:path>
                <a:path w="2569845" h="781050">
                  <a:moveTo>
                    <a:pt x="1496504" y="771525"/>
                  </a:moveTo>
                  <a:lnTo>
                    <a:pt x="1468272" y="771525"/>
                  </a:lnTo>
                  <a:lnTo>
                    <a:pt x="1468272" y="781050"/>
                  </a:lnTo>
                  <a:lnTo>
                    <a:pt x="1496504" y="781050"/>
                  </a:lnTo>
                  <a:lnTo>
                    <a:pt x="1496504" y="771525"/>
                  </a:lnTo>
                  <a:close/>
                </a:path>
                <a:path w="2569845" h="781050">
                  <a:moveTo>
                    <a:pt x="1496504" y="0"/>
                  </a:moveTo>
                  <a:lnTo>
                    <a:pt x="1468272" y="0"/>
                  </a:lnTo>
                  <a:lnTo>
                    <a:pt x="1468272" y="9525"/>
                  </a:lnTo>
                  <a:lnTo>
                    <a:pt x="1496504" y="9525"/>
                  </a:lnTo>
                  <a:lnTo>
                    <a:pt x="1496504" y="0"/>
                  </a:lnTo>
                  <a:close/>
                </a:path>
                <a:path w="2569845" h="781050">
                  <a:moveTo>
                    <a:pt x="1552994" y="771525"/>
                  </a:moveTo>
                  <a:lnTo>
                    <a:pt x="1524749" y="771525"/>
                  </a:lnTo>
                  <a:lnTo>
                    <a:pt x="1524749" y="781050"/>
                  </a:lnTo>
                  <a:lnTo>
                    <a:pt x="1552994" y="781050"/>
                  </a:lnTo>
                  <a:lnTo>
                    <a:pt x="1552994" y="771525"/>
                  </a:lnTo>
                  <a:close/>
                </a:path>
                <a:path w="2569845" h="781050">
                  <a:moveTo>
                    <a:pt x="1552994" y="0"/>
                  </a:moveTo>
                  <a:lnTo>
                    <a:pt x="1524749" y="0"/>
                  </a:lnTo>
                  <a:lnTo>
                    <a:pt x="1524749" y="9525"/>
                  </a:lnTo>
                  <a:lnTo>
                    <a:pt x="1552994" y="9525"/>
                  </a:lnTo>
                  <a:lnTo>
                    <a:pt x="1552994" y="0"/>
                  </a:lnTo>
                  <a:close/>
                </a:path>
                <a:path w="2569845" h="781050">
                  <a:moveTo>
                    <a:pt x="1609471" y="771525"/>
                  </a:moveTo>
                  <a:lnTo>
                    <a:pt x="1581226" y="771525"/>
                  </a:lnTo>
                  <a:lnTo>
                    <a:pt x="1581226" y="781050"/>
                  </a:lnTo>
                  <a:lnTo>
                    <a:pt x="1609471" y="781050"/>
                  </a:lnTo>
                  <a:lnTo>
                    <a:pt x="1609471" y="771525"/>
                  </a:lnTo>
                  <a:close/>
                </a:path>
                <a:path w="2569845" h="781050">
                  <a:moveTo>
                    <a:pt x="1609471" y="0"/>
                  </a:moveTo>
                  <a:lnTo>
                    <a:pt x="1581226" y="0"/>
                  </a:lnTo>
                  <a:lnTo>
                    <a:pt x="1581226" y="9525"/>
                  </a:lnTo>
                  <a:lnTo>
                    <a:pt x="1609471" y="9525"/>
                  </a:lnTo>
                  <a:lnTo>
                    <a:pt x="1609471" y="0"/>
                  </a:lnTo>
                  <a:close/>
                </a:path>
                <a:path w="2569845" h="781050">
                  <a:moveTo>
                    <a:pt x="1665947" y="771525"/>
                  </a:moveTo>
                  <a:lnTo>
                    <a:pt x="1637703" y="771525"/>
                  </a:lnTo>
                  <a:lnTo>
                    <a:pt x="1637703" y="781050"/>
                  </a:lnTo>
                  <a:lnTo>
                    <a:pt x="1665947" y="781050"/>
                  </a:lnTo>
                  <a:lnTo>
                    <a:pt x="1665947" y="771525"/>
                  </a:lnTo>
                  <a:close/>
                </a:path>
                <a:path w="2569845" h="781050">
                  <a:moveTo>
                    <a:pt x="1665947" y="0"/>
                  </a:moveTo>
                  <a:lnTo>
                    <a:pt x="1637703" y="0"/>
                  </a:lnTo>
                  <a:lnTo>
                    <a:pt x="1637703" y="9525"/>
                  </a:lnTo>
                  <a:lnTo>
                    <a:pt x="1665947" y="9525"/>
                  </a:lnTo>
                  <a:lnTo>
                    <a:pt x="1665947" y="0"/>
                  </a:lnTo>
                  <a:close/>
                </a:path>
                <a:path w="2569845" h="781050">
                  <a:moveTo>
                    <a:pt x="1722424" y="771525"/>
                  </a:moveTo>
                  <a:lnTo>
                    <a:pt x="1694180" y="771525"/>
                  </a:lnTo>
                  <a:lnTo>
                    <a:pt x="1694180" y="781050"/>
                  </a:lnTo>
                  <a:lnTo>
                    <a:pt x="1722424" y="781050"/>
                  </a:lnTo>
                  <a:lnTo>
                    <a:pt x="1722424" y="771525"/>
                  </a:lnTo>
                  <a:close/>
                </a:path>
                <a:path w="2569845" h="781050">
                  <a:moveTo>
                    <a:pt x="1722424" y="0"/>
                  </a:moveTo>
                  <a:lnTo>
                    <a:pt x="1694180" y="0"/>
                  </a:lnTo>
                  <a:lnTo>
                    <a:pt x="1694180" y="9525"/>
                  </a:lnTo>
                  <a:lnTo>
                    <a:pt x="1722424" y="9525"/>
                  </a:lnTo>
                  <a:lnTo>
                    <a:pt x="1722424" y="0"/>
                  </a:lnTo>
                  <a:close/>
                </a:path>
                <a:path w="2569845" h="781050">
                  <a:moveTo>
                    <a:pt x="1778901" y="771525"/>
                  </a:moveTo>
                  <a:lnTo>
                    <a:pt x="1750656" y="771525"/>
                  </a:lnTo>
                  <a:lnTo>
                    <a:pt x="1750656" y="781050"/>
                  </a:lnTo>
                  <a:lnTo>
                    <a:pt x="1778901" y="781050"/>
                  </a:lnTo>
                  <a:lnTo>
                    <a:pt x="1778901" y="771525"/>
                  </a:lnTo>
                  <a:close/>
                </a:path>
                <a:path w="2569845" h="781050">
                  <a:moveTo>
                    <a:pt x="1778901" y="0"/>
                  </a:moveTo>
                  <a:lnTo>
                    <a:pt x="1750656" y="0"/>
                  </a:lnTo>
                  <a:lnTo>
                    <a:pt x="1750656" y="9525"/>
                  </a:lnTo>
                  <a:lnTo>
                    <a:pt x="1778901" y="9525"/>
                  </a:lnTo>
                  <a:lnTo>
                    <a:pt x="1778901" y="0"/>
                  </a:lnTo>
                  <a:close/>
                </a:path>
                <a:path w="2569845" h="781050">
                  <a:moveTo>
                    <a:pt x="1835378" y="771525"/>
                  </a:moveTo>
                  <a:lnTo>
                    <a:pt x="1807133" y="771525"/>
                  </a:lnTo>
                  <a:lnTo>
                    <a:pt x="1807133" y="781050"/>
                  </a:lnTo>
                  <a:lnTo>
                    <a:pt x="1835378" y="781050"/>
                  </a:lnTo>
                  <a:lnTo>
                    <a:pt x="1835378" y="771525"/>
                  </a:lnTo>
                  <a:close/>
                </a:path>
                <a:path w="2569845" h="781050">
                  <a:moveTo>
                    <a:pt x="1835378" y="0"/>
                  </a:moveTo>
                  <a:lnTo>
                    <a:pt x="1807133" y="0"/>
                  </a:lnTo>
                  <a:lnTo>
                    <a:pt x="1807133" y="9525"/>
                  </a:lnTo>
                  <a:lnTo>
                    <a:pt x="1835378" y="9525"/>
                  </a:lnTo>
                  <a:lnTo>
                    <a:pt x="1835378" y="0"/>
                  </a:lnTo>
                  <a:close/>
                </a:path>
                <a:path w="2569845" h="781050">
                  <a:moveTo>
                    <a:pt x="1891855" y="771525"/>
                  </a:moveTo>
                  <a:lnTo>
                    <a:pt x="1863610" y="771525"/>
                  </a:lnTo>
                  <a:lnTo>
                    <a:pt x="1863610" y="781050"/>
                  </a:lnTo>
                  <a:lnTo>
                    <a:pt x="1891855" y="781050"/>
                  </a:lnTo>
                  <a:lnTo>
                    <a:pt x="1891855" y="771525"/>
                  </a:lnTo>
                  <a:close/>
                </a:path>
                <a:path w="2569845" h="781050">
                  <a:moveTo>
                    <a:pt x="1891855" y="0"/>
                  </a:moveTo>
                  <a:lnTo>
                    <a:pt x="1863610" y="0"/>
                  </a:lnTo>
                  <a:lnTo>
                    <a:pt x="1863610" y="9525"/>
                  </a:lnTo>
                  <a:lnTo>
                    <a:pt x="1891855" y="9525"/>
                  </a:lnTo>
                  <a:lnTo>
                    <a:pt x="1891855" y="0"/>
                  </a:lnTo>
                  <a:close/>
                </a:path>
                <a:path w="2569845" h="781050">
                  <a:moveTo>
                    <a:pt x="1948332" y="771525"/>
                  </a:moveTo>
                  <a:lnTo>
                    <a:pt x="1920100" y="771525"/>
                  </a:lnTo>
                  <a:lnTo>
                    <a:pt x="1920100" y="781050"/>
                  </a:lnTo>
                  <a:lnTo>
                    <a:pt x="1948332" y="781050"/>
                  </a:lnTo>
                  <a:lnTo>
                    <a:pt x="1948332" y="771525"/>
                  </a:lnTo>
                  <a:close/>
                </a:path>
                <a:path w="2569845" h="781050">
                  <a:moveTo>
                    <a:pt x="1948332" y="0"/>
                  </a:moveTo>
                  <a:lnTo>
                    <a:pt x="1920100" y="0"/>
                  </a:lnTo>
                  <a:lnTo>
                    <a:pt x="1920100" y="9525"/>
                  </a:lnTo>
                  <a:lnTo>
                    <a:pt x="1948332" y="9525"/>
                  </a:lnTo>
                  <a:lnTo>
                    <a:pt x="1948332" y="0"/>
                  </a:lnTo>
                  <a:close/>
                </a:path>
                <a:path w="2569845" h="781050">
                  <a:moveTo>
                    <a:pt x="2004809" y="771525"/>
                  </a:moveTo>
                  <a:lnTo>
                    <a:pt x="1976577" y="771525"/>
                  </a:lnTo>
                  <a:lnTo>
                    <a:pt x="1976577" y="781050"/>
                  </a:lnTo>
                  <a:lnTo>
                    <a:pt x="2004809" y="781050"/>
                  </a:lnTo>
                  <a:lnTo>
                    <a:pt x="2004809" y="771525"/>
                  </a:lnTo>
                  <a:close/>
                </a:path>
                <a:path w="2569845" h="781050">
                  <a:moveTo>
                    <a:pt x="2004809" y="0"/>
                  </a:moveTo>
                  <a:lnTo>
                    <a:pt x="1976577" y="0"/>
                  </a:lnTo>
                  <a:lnTo>
                    <a:pt x="1976577" y="9525"/>
                  </a:lnTo>
                  <a:lnTo>
                    <a:pt x="2004809" y="9525"/>
                  </a:lnTo>
                  <a:lnTo>
                    <a:pt x="2004809" y="0"/>
                  </a:lnTo>
                  <a:close/>
                </a:path>
                <a:path w="2569845" h="781050">
                  <a:moveTo>
                    <a:pt x="2061286" y="771525"/>
                  </a:moveTo>
                  <a:lnTo>
                    <a:pt x="2033054" y="771525"/>
                  </a:lnTo>
                  <a:lnTo>
                    <a:pt x="2033054" y="781050"/>
                  </a:lnTo>
                  <a:lnTo>
                    <a:pt x="2061286" y="781050"/>
                  </a:lnTo>
                  <a:lnTo>
                    <a:pt x="2061286" y="771525"/>
                  </a:lnTo>
                  <a:close/>
                </a:path>
                <a:path w="2569845" h="781050">
                  <a:moveTo>
                    <a:pt x="2061286" y="0"/>
                  </a:moveTo>
                  <a:lnTo>
                    <a:pt x="2033054" y="0"/>
                  </a:lnTo>
                  <a:lnTo>
                    <a:pt x="2033054" y="9525"/>
                  </a:lnTo>
                  <a:lnTo>
                    <a:pt x="2061286" y="9525"/>
                  </a:lnTo>
                  <a:lnTo>
                    <a:pt x="2061286" y="0"/>
                  </a:lnTo>
                  <a:close/>
                </a:path>
                <a:path w="2569845" h="781050">
                  <a:moveTo>
                    <a:pt x="2117763" y="771525"/>
                  </a:moveTo>
                  <a:lnTo>
                    <a:pt x="2089531" y="771525"/>
                  </a:lnTo>
                  <a:lnTo>
                    <a:pt x="2089531" y="781050"/>
                  </a:lnTo>
                  <a:lnTo>
                    <a:pt x="2117763" y="781050"/>
                  </a:lnTo>
                  <a:lnTo>
                    <a:pt x="2117763" y="771525"/>
                  </a:lnTo>
                  <a:close/>
                </a:path>
                <a:path w="2569845" h="781050">
                  <a:moveTo>
                    <a:pt x="2117763" y="0"/>
                  </a:moveTo>
                  <a:lnTo>
                    <a:pt x="2089531" y="0"/>
                  </a:lnTo>
                  <a:lnTo>
                    <a:pt x="2089531" y="9525"/>
                  </a:lnTo>
                  <a:lnTo>
                    <a:pt x="2117763" y="9525"/>
                  </a:lnTo>
                  <a:lnTo>
                    <a:pt x="2117763" y="0"/>
                  </a:lnTo>
                  <a:close/>
                </a:path>
                <a:path w="2569845" h="781050">
                  <a:moveTo>
                    <a:pt x="2174240" y="771525"/>
                  </a:moveTo>
                  <a:lnTo>
                    <a:pt x="2146008" y="771525"/>
                  </a:lnTo>
                  <a:lnTo>
                    <a:pt x="2146008" y="781050"/>
                  </a:lnTo>
                  <a:lnTo>
                    <a:pt x="2174240" y="781050"/>
                  </a:lnTo>
                  <a:lnTo>
                    <a:pt x="2174240" y="771525"/>
                  </a:lnTo>
                  <a:close/>
                </a:path>
                <a:path w="2569845" h="781050">
                  <a:moveTo>
                    <a:pt x="2174240" y="0"/>
                  </a:moveTo>
                  <a:lnTo>
                    <a:pt x="2146008" y="0"/>
                  </a:lnTo>
                  <a:lnTo>
                    <a:pt x="2146008" y="9525"/>
                  </a:lnTo>
                  <a:lnTo>
                    <a:pt x="2174240" y="9525"/>
                  </a:lnTo>
                  <a:lnTo>
                    <a:pt x="2174240" y="0"/>
                  </a:lnTo>
                  <a:close/>
                </a:path>
                <a:path w="2569845" h="781050">
                  <a:moveTo>
                    <a:pt x="2230717" y="771525"/>
                  </a:moveTo>
                  <a:lnTo>
                    <a:pt x="2202484" y="771525"/>
                  </a:lnTo>
                  <a:lnTo>
                    <a:pt x="2202484" y="781050"/>
                  </a:lnTo>
                  <a:lnTo>
                    <a:pt x="2230717" y="781050"/>
                  </a:lnTo>
                  <a:lnTo>
                    <a:pt x="2230717" y="771525"/>
                  </a:lnTo>
                  <a:close/>
                </a:path>
                <a:path w="2569845" h="781050">
                  <a:moveTo>
                    <a:pt x="2230717" y="0"/>
                  </a:moveTo>
                  <a:lnTo>
                    <a:pt x="2202484" y="0"/>
                  </a:lnTo>
                  <a:lnTo>
                    <a:pt x="2202484" y="9525"/>
                  </a:lnTo>
                  <a:lnTo>
                    <a:pt x="2230717" y="9525"/>
                  </a:lnTo>
                  <a:lnTo>
                    <a:pt x="2230717" y="0"/>
                  </a:lnTo>
                  <a:close/>
                </a:path>
                <a:path w="2569845" h="781050">
                  <a:moveTo>
                    <a:pt x="2287193" y="771525"/>
                  </a:moveTo>
                  <a:lnTo>
                    <a:pt x="2258961" y="771525"/>
                  </a:lnTo>
                  <a:lnTo>
                    <a:pt x="2258961" y="781050"/>
                  </a:lnTo>
                  <a:lnTo>
                    <a:pt x="2287193" y="781050"/>
                  </a:lnTo>
                  <a:lnTo>
                    <a:pt x="2287193" y="771525"/>
                  </a:lnTo>
                  <a:close/>
                </a:path>
                <a:path w="2569845" h="781050">
                  <a:moveTo>
                    <a:pt x="2287193" y="0"/>
                  </a:moveTo>
                  <a:lnTo>
                    <a:pt x="2258961" y="0"/>
                  </a:lnTo>
                  <a:lnTo>
                    <a:pt x="2258961" y="9525"/>
                  </a:lnTo>
                  <a:lnTo>
                    <a:pt x="2287193" y="9525"/>
                  </a:lnTo>
                  <a:lnTo>
                    <a:pt x="2287193" y="0"/>
                  </a:lnTo>
                  <a:close/>
                </a:path>
                <a:path w="2569845" h="781050">
                  <a:moveTo>
                    <a:pt x="2343683" y="771525"/>
                  </a:moveTo>
                  <a:lnTo>
                    <a:pt x="2315438" y="771525"/>
                  </a:lnTo>
                  <a:lnTo>
                    <a:pt x="2315438" y="781050"/>
                  </a:lnTo>
                  <a:lnTo>
                    <a:pt x="2343683" y="781050"/>
                  </a:lnTo>
                  <a:lnTo>
                    <a:pt x="2343683" y="771525"/>
                  </a:lnTo>
                  <a:close/>
                </a:path>
                <a:path w="2569845" h="781050">
                  <a:moveTo>
                    <a:pt x="2343683" y="0"/>
                  </a:moveTo>
                  <a:lnTo>
                    <a:pt x="2315438" y="0"/>
                  </a:lnTo>
                  <a:lnTo>
                    <a:pt x="2315438" y="9525"/>
                  </a:lnTo>
                  <a:lnTo>
                    <a:pt x="2343683" y="9525"/>
                  </a:lnTo>
                  <a:lnTo>
                    <a:pt x="2343683" y="0"/>
                  </a:lnTo>
                  <a:close/>
                </a:path>
                <a:path w="2569845" h="781050">
                  <a:moveTo>
                    <a:pt x="2400160" y="771525"/>
                  </a:moveTo>
                  <a:lnTo>
                    <a:pt x="2371915" y="771525"/>
                  </a:lnTo>
                  <a:lnTo>
                    <a:pt x="2371915" y="781050"/>
                  </a:lnTo>
                  <a:lnTo>
                    <a:pt x="2400160" y="781050"/>
                  </a:lnTo>
                  <a:lnTo>
                    <a:pt x="2400160" y="771525"/>
                  </a:lnTo>
                  <a:close/>
                </a:path>
                <a:path w="2569845" h="781050">
                  <a:moveTo>
                    <a:pt x="2400160" y="0"/>
                  </a:moveTo>
                  <a:lnTo>
                    <a:pt x="2371915" y="0"/>
                  </a:lnTo>
                  <a:lnTo>
                    <a:pt x="2371915" y="9525"/>
                  </a:lnTo>
                  <a:lnTo>
                    <a:pt x="2400160" y="9525"/>
                  </a:lnTo>
                  <a:lnTo>
                    <a:pt x="2400160" y="0"/>
                  </a:lnTo>
                  <a:close/>
                </a:path>
                <a:path w="2569845" h="781050">
                  <a:moveTo>
                    <a:pt x="2456637" y="771525"/>
                  </a:moveTo>
                  <a:lnTo>
                    <a:pt x="2428392" y="771525"/>
                  </a:lnTo>
                  <a:lnTo>
                    <a:pt x="2428392" y="781050"/>
                  </a:lnTo>
                  <a:lnTo>
                    <a:pt x="2456637" y="781050"/>
                  </a:lnTo>
                  <a:lnTo>
                    <a:pt x="2456637" y="771525"/>
                  </a:lnTo>
                  <a:close/>
                </a:path>
                <a:path w="2569845" h="781050">
                  <a:moveTo>
                    <a:pt x="2456637" y="0"/>
                  </a:moveTo>
                  <a:lnTo>
                    <a:pt x="2428392" y="0"/>
                  </a:lnTo>
                  <a:lnTo>
                    <a:pt x="2428392" y="9525"/>
                  </a:lnTo>
                  <a:lnTo>
                    <a:pt x="2456637" y="9525"/>
                  </a:lnTo>
                  <a:lnTo>
                    <a:pt x="2456637" y="0"/>
                  </a:lnTo>
                  <a:close/>
                </a:path>
                <a:path w="2569845" h="781050">
                  <a:moveTo>
                    <a:pt x="2513114" y="771525"/>
                  </a:moveTo>
                  <a:lnTo>
                    <a:pt x="2484869" y="771525"/>
                  </a:lnTo>
                  <a:lnTo>
                    <a:pt x="2484869" y="781050"/>
                  </a:lnTo>
                  <a:lnTo>
                    <a:pt x="2513114" y="781050"/>
                  </a:lnTo>
                  <a:lnTo>
                    <a:pt x="2513114" y="771525"/>
                  </a:lnTo>
                  <a:close/>
                </a:path>
                <a:path w="2569845" h="781050">
                  <a:moveTo>
                    <a:pt x="2513114" y="0"/>
                  </a:moveTo>
                  <a:lnTo>
                    <a:pt x="2484869" y="0"/>
                  </a:lnTo>
                  <a:lnTo>
                    <a:pt x="2484869" y="9525"/>
                  </a:lnTo>
                  <a:lnTo>
                    <a:pt x="2513114" y="9525"/>
                  </a:lnTo>
                  <a:lnTo>
                    <a:pt x="2513114" y="0"/>
                  </a:lnTo>
                  <a:close/>
                </a:path>
                <a:path w="2569845" h="781050">
                  <a:moveTo>
                    <a:pt x="2548712" y="760222"/>
                  </a:moveTo>
                  <a:lnTo>
                    <a:pt x="2521801" y="733425"/>
                  </a:lnTo>
                  <a:lnTo>
                    <a:pt x="2548699" y="760234"/>
                  </a:lnTo>
                  <a:close/>
                </a:path>
                <a:path w="2569845" h="781050">
                  <a:moveTo>
                    <a:pt x="2564358" y="27190"/>
                  </a:moveTo>
                  <a:lnTo>
                    <a:pt x="2555443" y="13995"/>
                  </a:lnTo>
                  <a:lnTo>
                    <a:pt x="2542565" y="5295"/>
                  </a:lnTo>
                  <a:lnTo>
                    <a:pt x="2538412" y="13754"/>
                  </a:lnTo>
                  <a:lnTo>
                    <a:pt x="2548712" y="20713"/>
                  </a:lnTo>
                  <a:lnTo>
                    <a:pt x="2555849" y="31280"/>
                  </a:lnTo>
                  <a:lnTo>
                    <a:pt x="2564358" y="27190"/>
                  </a:lnTo>
                  <a:close/>
                </a:path>
                <a:path w="2569845" h="781050">
                  <a:moveTo>
                    <a:pt x="2564371" y="753846"/>
                  </a:moveTo>
                  <a:lnTo>
                    <a:pt x="2555849" y="749769"/>
                  </a:lnTo>
                  <a:lnTo>
                    <a:pt x="2548737" y="760285"/>
                  </a:lnTo>
                  <a:lnTo>
                    <a:pt x="2538412" y="767207"/>
                  </a:lnTo>
                  <a:lnTo>
                    <a:pt x="2521801" y="733425"/>
                  </a:lnTo>
                  <a:lnTo>
                    <a:pt x="2542565" y="775716"/>
                  </a:lnTo>
                  <a:lnTo>
                    <a:pt x="2555062" y="767207"/>
                  </a:lnTo>
                  <a:lnTo>
                    <a:pt x="2555379" y="767003"/>
                  </a:lnTo>
                  <a:lnTo>
                    <a:pt x="2564371" y="753846"/>
                  </a:lnTo>
                  <a:close/>
                </a:path>
                <a:path w="2569845" h="781050">
                  <a:moveTo>
                    <a:pt x="2569426" y="694677"/>
                  </a:moveTo>
                  <a:lnTo>
                    <a:pt x="2559901" y="694677"/>
                  </a:lnTo>
                  <a:lnTo>
                    <a:pt x="2559901" y="723633"/>
                  </a:lnTo>
                  <a:lnTo>
                    <a:pt x="2569426" y="723633"/>
                  </a:lnTo>
                  <a:lnTo>
                    <a:pt x="2569426" y="694677"/>
                  </a:lnTo>
                  <a:close/>
                </a:path>
                <a:path w="2569845" h="781050">
                  <a:moveTo>
                    <a:pt x="2569426" y="636739"/>
                  </a:moveTo>
                  <a:lnTo>
                    <a:pt x="2559901" y="636739"/>
                  </a:lnTo>
                  <a:lnTo>
                    <a:pt x="2559901" y="665708"/>
                  </a:lnTo>
                  <a:lnTo>
                    <a:pt x="2569426" y="665708"/>
                  </a:lnTo>
                  <a:lnTo>
                    <a:pt x="2569426" y="636739"/>
                  </a:lnTo>
                  <a:close/>
                </a:path>
                <a:path w="2569845" h="781050">
                  <a:moveTo>
                    <a:pt x="2569426" y="578802"/>
                  </a:moveTo>
                  <a:lnTo>
                    <a:pt x="2559901" y="578802"/>
                  </a:lnTo>
                  <a:lnTo>
                    <a:pt x="2559901" y="607771"/>
                  </a:lnTo>
                  <a:lnTo>
                    <a:pt x="2569426" y="607771"/>
                  </a:lnTo>
                  <a:lnTo>
                    <a:pt x="2569426" y="578802"/>
                  </a:lnTo>
                  <a:close/>
                </a:path>
                <a:path w="2569845" h="781050">
                  <a:moveTo>
                    <a:pt x="2569426" y="520877"/>
                  </a:moveTo>
                  <a:lnTo>
                    <a:pt x="2559901" y="520877"/>
                  </a:lnTo>
                  <a:lnTo>
                    <a:pt x="2559901" y="549833"/>
                  </a:lnTo>
                  <a:lnTo>
                    <a:pt x="2569426" y="549833"/>
                  </a:lnTo>
                  <a:lnTo>
                    <a:pt x="2569426" y="520877"/>
                  </a:lnTo>
                  <a:close/>
                </a:path>
                <a:path w="2569845" h="781050">
                  <a:moveTo>
                    <a:pt x="2569426" y="462940"/>
                  </a:moveTo>
                  <a:lnTo>
                    <a:pt x="2559901" y="462940"/>
                  </a:lnTo>
                  <a:lnTo>
                    <a:pt x="2559901" y="491909"/>
                  </a:lnTo>
                  <a:lnTo>
                    <a:pt x="2569426" y="491909"/>
                  </a:lnTo>
                  <a:lnTo>
                    <a:pt x="2569426" y="462940"/>
                  </a:lnTo>
                  <a:close/>
                </a:path>
                <a:path w="2569845" h="781050">
                  <a:moveTo>
                    <a:pt x="2569426" y="405003"/>
                  </a:moveTo>
                  <a:lnTo>
                    <a:pt x="2559901" y="405003"/>
                  </a:lnTo>
                  <a:lnTo>
                    <a:pt x="2559901" y="433971"/>
                  </a:lnTo>
                  <a:lnTo>
                    <a:pt x="2569426" y="433971"/>
                  </a:lnTo>
                  <a:lnTo>
                    <a:pt x="2569426" y="405003"/>
                  </a:lnTo>
                  <a:close/>
                </a:path>
                <a:path w="2569845" h="781050">
                  <a:moveTo>
                    <a:pt x="2569426" y="347078"/>
                  </a:moveTo>
                  <a:lnTo>
                    <a:pt x="2559901" y="347078"/>
                  </a:lnTo>
                  <a:lnTo>
                    <a:pt x="2559901" y="376047"/>
                  </a:lnTo>
                  <a:lnTo>
                    <a:pt x="2569426" y="376047"/>
                  </a:lnTo>
                  <a:lnTo>
                    <a:pt x="2569426" y="347078"/>
                  </a:lnTo>
                  <a:close/>
                </a:path>
                <a:path w="2569845" h="781050">
                  <a:moveTo>
                    <a:pt x="2569426" y="289140"/>
                  </a:moveTo>
                  <a:lnTo>
                    <a:pt x="2559901" y="289140"/>
                  </a:lnTo>
                  <a:lnTo>
                    <a:pt x="2559901" y="318109"/>
                  </a:lnTo>
                  <a:lnTo>
                    <a:pt x="2569426" y="318109"/>
                  </a:lnTo>
                  <a:lnTo>
                    <a:pt x="2569426" y="289140"/>
                  </a:lnTo>
                  <a:close/>
                </a:path>
                <a:path w="2569845" h="781050">
                  <a:moveTo>
                    <a:pt x="2569426" y="231203"/>
                  </a:moveTo>
                  <a:lnTo>
                    <a:pt x="2559901" y="231203"/>
                  </a:lnTo>
                  <a:lnTo>
                    <a:pt x="2559901" y="260172"/>
                  </a:lnTo>
                  <a:lnTo>
                    <a:pt x="2569426" y="260172"/>
                  </a:lnTo>
                  <a:lnTo>
                    <a:pt x="2569426" y="231203"/>
                  </a:lnTo>
                  <a:close/>
                </a:path>
                <a:path w="2569845" h="781050">
                  <a:moveTo>
                    <a:pt x="2569426" y="173278"/>
                  </a:moveTo>
                  <a:lnTo>
                    <a:pt x="2559901" y="173278"/>
                  </a:lnTo>
                  <a:lnTo>
                    <a:pt x="2559901" y="202247"/>
                  </a:lnTo>
                  <a:lnTo>
                    <a:pt x="2569426" y="202247"/>
                  </a:lnTo>
                  <a:lnTo>
                    <a:pt x="2569426" y="173278"/>
                  </a:lnTo>
                  <a:close/>
                </a:path>
                <a:path w="2569845" h="781050">
                  <a:moveTo>
                    <a:pt x="2569426" y="115341"/>
                  </a:moveTo>
                  <a:lnTo>
                    <a:pt x="2559901" y="115341"/>
                  </a:lnTo>
                  <a:lnTo>
                    <a:pt x="2559901" y="144310"/>
                  </a:lnTo>
                  <a:lnTo>
                    <a:pt x="2569426" y="144310"/>
                  </a:lnTo>
                  <a:lnTo>
                    <a:pt x="2569426" y="115341"/>
                  </a:lnTo>
                  <a:close/>
                </a:path>
                <a:path w="2569845" h="781050">
                  <a:moveTo>
                    <a:pt x="2569426" y="57404"/>
                  </a:moveTo>
                  <a:lnTo>
                    <a:pt x="2559901" y="57404"/>
                  </a:lnTo>
                  <a:lnTo>
                    <a:pt x="2559901" y="86372"/>
                  </a:lnTo>
                  <a:lnTo>
                    <a:pt x="2569426" y="86372"/>
                  </a:lnTo>
                  <a:lnTo>
                    <a:pt x="2569426" y="57404"/>
                  </a:lnTo>
                  <a:close/>
                </a:path>
              </a:pathLst>
            </a:custGeom>
            <a:solidFill>
              <a:srgbClr val="CDD4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929125" y="5572290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2521799" y="781049"/>
                  </a:moveTo>
                  <a:lnTo>
                    <a:pt x="47624" y="781049"/>
                  </a:lnTo>
                  <a:lnTo>
                    <a:pt x="29132" y="777291"/>
                  </a:lnTo>
                  <a:lnTo>
                    <a:pt x="13989" y="767059"/>
                  </a:lnTo>
                  <a:lnTo>
                    <a:pt x="3757" y="751916"/>
                  </a:lnTo>
                  <a:lnTo>
                    <a:pt x="0" y="733425"/>
                  </a:lnTo>
                  <a:lnTo>
                    <a:pt x="0" y="47623"/>
                  </a:lnTo>
                  <a:lnTo>
                    <a:pt x="3757" y="29132"/>
                  </a:lnTo>
                  <a:lnTo>
                    <a:pt x="13989" y="13989"/>
                  </a:lnTo>
                  <a:lnTo>
                    <a:pt x="29132" y="3757"/>
                  </a:lnTo>
                  <a:lnTo>
                    <a:pt x="47622" y="0"/>
                  </a:lnTo>
                  <a:lnTo>
                    <a:pt x="2521802" y="0"/>
                  </a:lnTo>
                  <a:lnTo>
                    <a:pt x="2540291" y="3757"/>
                  </a:lnTo>
                  <a:lnTo>
                    <a:pt x="2555435" y="13989"/>
                  </a:lnTo>
                  <a:lnTo>
                    <a:pt x="2565667" y="29132"/>
                  </a:lnTo>
                  <a:lnTo>
                    <a:pt x="2569424" y="47623"/>
                  </a:lnTo>
                  <a:lnTo>
                    <a:pt x="2569424" y="733425"/>
                  </a:lnTo>
                  <a:lnTo>
                    <a:pt x="2565667" y="751916"/>
                  </a:lnTo>
                  <a:lnTo>
                    <a:pt x="2555435" y="767059"/>
                  </a:lnTo>
                  <a:lnTo>
                    <a:pt x="2540291" y="777291"/>
                  </a:lnTo>
                  <a:lnTo>
                    <a:pt x="2521799" y="781049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929113" y="5572297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9525" y="694677"/>
                  </a:moveTo>
                  <a:lnTo>
                    <a:pt x="0" y="694677"/>
                  </a:lnTo>
                  <a:lnTo>
                    <a:pt x="0" y="723633"/>
                  </a:lnTo>
                  <a:lnTo>
                    <a:pt x="9525" y="723633"/>
                  </a:lnTo>
                  <a:lnTo>
                    <a:pt x="9525" y="694677"/>
                  </a:lnTo>
                  <a:close/>
                </a:path>
                <a:path w="2569845" h="781050">
                  <a:moveTo>
                    <a:pt x="9525" y="636739"/>
                  </a:moveTo>
                  <a:lnTo>
                    <a:pt x="0" y="636739"/>
                  </a:lnTo>
                  <a:lnTo>
                    <a:pt x="0" y="665708"/>
                  </a:lnTo>
                  <a:lnTo>
                    <a:pt x="9525" y="665708"/>
                  </a:lnTo>
                  <a:lnTo>
                    <a:pt x="9525" y="636739"/>
                  </a:lnTo>
                  <a:close/>
                </a:path>
                <a:path w="2569845" h="781050">
                  <a:moveTo>
                    <a:pt x="9525" y="578802"/>
                  </a:moveTo>
                  <a:lnTo>
                    <a:pt x="0" y="578802"/>
                  </a:lnTo>
                  <a:lnTo>
                    <a:pt x="0" y="607771"/>
                  </a:lnTo>
                  <a:lnTo>
                    <a:pt x="9525" y="607771"/>
                  </a:lnTo>
                  <a:lnTo>
                    <a:pt x="9525" y="578802"/>
                  </a:lnTo>
                  <a:close/>
                </a:path>
                <a:path w="2569845" h="781050">
                  <a:moveTo>
                    <a:pt x="9525" y="520877"/>
                  </a:moveTo>
                  <a:lnTo>
                    <a:pt x="0" y="520877"/>
                  </a:lnTo>
                  <a:lnTo>
                    <a:pt x="0" y="549833"/>
                  </a:lnTo>
                  <a:lnTo>
                    <a:pt x="9525" y="549833"/>
                  </a:lnTo>
                  <a:lnTo>
                    <a:pt x="9525" y="520877"/>
                  </a:lnTo>
                  <a:close/>
                </a:path>
                <a:path w="2569845" h="781050">
                  <a:moveTo>
                    <a:pt x="9525" y="462940"/>
                  </a:moveTo>
                  <a:lnTo>
                    <a:pt x="0" y="462940"/>
                  </a:lnTo>
                  <a:lnTo>
                    <a:pt x="0" y="491909"/>
                  </a:lnTo>
                  <a:lnTo>
                    <a:pt x="9525" y="491909"/>
                  </a:lnTo>
                  <a:lnTo>
                    <a:pt x="9525" y="462940"/>
                  </a:lnTo>
                  <a:close/>
                </a:path>
                <a:path w="2569845" h="781050">
                  <a:moveTo>
                    <a:pt x="9525" y="405003"/>
                  </a:moveTo>
                  <a:lnTo>
                    <a:pt x="0" y="405003"/>
                  </a:lnTo>
                  <a:lnTo>
                    <a:pt x="0" y="433971"/>
                  </a:lnTo>
                  <a:lnTo>
                    <a:pt x="9525" y="433971"/>
                  </a:lnTo>
                  <a:lnTo>
                    <a:pt x="9525" y="405003"/>
                  </a:lnTo>
                  <a:close/>
                </a:path>
                <a:path w="2569845" h="781050">
                  <a:moveTo>
                    <a:pt x="9525" y="347078"/>
                  </a:moveTo>
                  <a:lnTo>
                    <a:pt x="0" y="347078"/>
                  </a:lnTo>
                  <a:lnTo>
                    <a:pt x="0" y="376047"/>
                  </a:lnTo>
                  <a:lnTo>
                    <a:pt x="9525" y="376047"/>
                  </a:lnTo>
                  <a:lnTo>
                    <a:pt x="9525" y="347078"/>
                  </a:lnTo>
                  <a:close/>
                </a:path>
                <a:path w="2569845" h="781050">
                  <a:moveTo>
                    <a:pt x="9525" y="289140"/>
                  </a:moveTo>
                  <a:lnTo>
                    <a:pt x="0" y="289140"/>
                  </a:lnTo>
                  <a:lnTo>
                    <a:pt x="0" y="318109"/>
                  </a:lnTo>
                  <a:lnTo>
                    <a:pt x="9525" y="318109"/>
                  </a:lnTo>
                  <a:lnTo>
                    <a:pt x="9525" y="289140"/>
                  </a:lnTo>
                  <a:close/>
                </a:path>
                <a:path w="2569845" h="781050">
                  <a:moveTo>
                    <a:pt x="9525" y="231203"/>
                  </a:moveTo>
                  <a:lnTo>
                    <a:pt x="0" y="231203"/>
                  </a:lnTo>
                  <a:lnTo>
                    <a:pt x="0" y="260172"/>
                  </a:lnTo>
                  <a:lnTo>
                    <a:pt x="9525" y="260172"/>
                  </a:lnTo>
                  <a:lnTo>
                    <a:pt x="9525" y="231203"/>
                  </a:lnTo>
                  <a:close/>
                </a:path>
                <a:path w="2569845" h="781050">
                  <a:moveTo>
                    <a:pt x="9525" y="173278"/>
                  </a:moveTo>
                  <a:lnTo>
                    <a:pt x="0" y="173278"/>
                  </a:lnTo>
                  <a:lnTo>
                    <a:pt x="0" y="202247"/>
                  </a:lnTo>
                  <a:lnTo>
                    <a:pt x="9525" y="202247"/>
                  </a:lnTo>
                  <a:lnTo>
                    <a:pt x="9525" y="173278"/>
                  </a:lnTo>
                  <a:close/>
                </a:path>
                <a:path w="2569845" h="781050">
                  <a:moveTo>
                    <a:pt x="9525" y="115341"/>
                  </a:moveTo>
                  <a:lnTo>
                    <a:pt x="0" y="115341"/>
                  </a:lnTo>
                  <a:lnTo>
                    <a:pt x="0" y="144310"/>
                  </a:lnTo>
                  <a:lnTo>
                    <a:pt x="9525" y="144310"/>
                  </a:lnTo>
                  <a:lnTo>
                    <a:pt x="9525" y="115341"/>
                  </a:lnTo>
                  <a:close/>
                </a:path>
                <a:path w="2569845" h="781050">
                  <a:moveTo>
                    <a:pt x="9525" y="57404"/>
                  </a:moveTo>
                  <a:lnTo>
                    <a:pt x="0" y="57404"/>
                  </a:lnTo>
                  <a:lnTo>
                    <a:pt x="0" y="86372"/>
                  </a:lnTo>
                  <a:lnTo>
                    <a:pt x="9525" y="86372"/>
                  </a:lnTo>
                  <a:lnTo>
                    <a:pt x="9525" y="57404"/>
                  </a:lnTo>
                  <a:close/>
                </a:path>
                <a:path w="2569845" h="781050">
                  <a:moveTo>
                    <a:pt x="31026" y="13754"/>
                  </a:moveTo>
                  <a:lnTo>
                    <a:pt x="26873" y="5295"/>
                  </a:lnTo>
                  <a:lnTo>
                    <a:pt x="13995" y="13995"/>
                  </a:lnTo>
                  <a:lnTo>
                    <a:pt x="5067" y="27190"/>
                  </a:lnTo>
                  <a:lnTo>
                    <a:pt x="13589" y="31280"/>
                  </a:lnTo>
                  <a:lnTo>
                    <a:pt x="20726" y="20713"/>
                  </a:lnTo>
                  <a:lnTo>
                    <a:pt x="31026" y="13754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20726" y="760222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31026" y="767207"/>
                  </a:lnTo>
                  <a:lnTo>
                    <a:pt x="20739" y="760234"/>
                  </a:lnTo>
                  <a:lnTo>
                    <a:pt x="13589" y="749769"/>
                  </a:lnTo>
                  <a:lnTo>
                    <a:pt x="5067" y="753846"/>
                  </a:lnTo>
                  <a:lnTo>
                    <a:pt x="13995" y="767054"/>
                  </a:lnTo>
                  <a:lnTo>
                    <a:pt x="26873" y="775716"/>
                  </a:lnTo>
                  <a:lnTo>
                    <a:pt x="31051" y="767207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84569" y="771525"/>
                  </a:moveTo>
                  <a:lnTo>
                    <a:pt x="56324" y="771525"/>
                  </a:lnTo>
                  <a:lnTo>
                    <a:pt x="56324" y="781050"/>
                  </a:lnTo>
                  <a:lnTo>
                    <a:pt x="84569" y="781050"/>
                  </a:lnTo>
                  <a:lnTo>
                    <a:pt x="84569" y="771525"/>
                  </a:lnTo>
                  <a:close/>
                </a:path>
                <a:path w="2569845" h="781050">
                  <a:moveTo>
                    <a:pt x="84569" y="0"/>
                  </a:moveTo>
                  <a:lnTo>
                    <a:pt x="56324" y="0"/>
                  </a:lnTo>
                  <a:lnTo>
                    <a:pt x="56324" y="9525"/>
                  </a:lnTo>
                  <a:lnTo>
                    <a:pt x="84569" y="9525"/>
                  </a:lnTo>
                  <a:lnTo>
                    <a:pt x="84569" y="0"/>
                  </a:lnTo>
                  <a:close/>
                </a:path>
                <a:path w="2569845" h="781050">
                  <a:moveTo>
                    <a:pt x="141046" y="771525"/>
                  </a:moveTo>
                  <a:lnTo>
                    <a:pt x="112801" y="771525"/>
                  </a:lnTo>
                  <a:lnTo>
                    <a:pt x="112801" y="781050"/>
                  </a:lnTo>
                  <a:lnTo>
                    <a:pt x="141046" y="781050"/>
                  </a:lnTo>
                  <a:lnTo>
                    <a:pt x="141046" y="771525"/>
                  </a:lnTo>
                  <a:close/>
                </a:path>
                <a:path w="2569845" h="781050">
                  <a:moveTo>
                    <a:pt x="141046" y="0"/>
                  </a:moveTo>
                  <a:lnTo>
                    <a:pt x="112801" y="0"/>
                  </a:lnTo>
                  <a:lnTo>
                    <a:pt x="112801" y="9525"/>
                  </a:lnTo>
                  <a:lnTo>
                    <a:pt x="141046" y="9525"/>
                  </a:lnTo>
                  <a:lnTo>
                    <a:pt x="141046" y="0"/>
                  </a:lnTo>
                  <a:close/>
                </a:path>
                <a:path w="2569845" h="781050">
                  <a:moveTo>
                    <a:pt x="197523" y="771525"/>
                  </a:moveTo>
                  <a:lnTo>
                    <a:pt x="169278" y="771525"/>
                  </a:lnTo>
                  <a:lnTo>
                    <a:pt x="169278" y="781050"/>
                  </a:lnTo>
                  <a:lnTo>
                    <a:pt x="197523" y="781050"/>
                  </a:lnTo>
                  <a:lnTo>
                    <a:pt x="197523" y="771525"/>
                  </a:lnTo>
                  <a:close/>
                </a:path>
                <a:path w="2569845" h="781050">
                  <a:moveTo>
                    <a:pt x="197523" y="0"/>
                  </a:moveTo>
                  <a:lnTo>
                    <a:pt x="169278" y="0"/>
                  </a:lnTo>
                  <a:lnTo>
                    <a:pt x="169278" y="9525"/>
                  </a:lnTo>
                  <a:lnTo>
                    <a:pt x="197523" y="9525"/>
                  </a:lnTo>
                  <a:lnTo>
                    <a:pt x="197523" y="0"/>
                  </a:lnTo>
                  <a:close/>
                </a:path>
                <a:path w="2569845" h="781050">
                  <a:moveTo>
                    <a:pt x="254000" y="771525"/>
                  </a:moveTo>
                  <a:lnTo>
                    <a:pt x="225755" y="771525"/>
                  </a:lnTo>
                  <a:lnTo>
                    <a:pt x="225755" y="781050"/>
                  </a:lnTo>
                  <a:lnTo>
                    <a:pt x="254000" y="781050"/>
                  </a:lnTo>
                  <a:lnTo>
                    <a:pt x="254000" y="771525"/>
                  </a:lnTo>
                  <a:close/>
                </a:path>
                <a:path w="2569845" h="781050">
                  <a:moveTo>
                    <a:pt x="254000" y="0"/>
                  </a:moveTo>
                  <a:lnTo>
                    <a:pt x="225755" y="0"/>
                  </a:lnTo>
                  <a:lnTo>
                    <a:pt x="225755" y="9525"/>
                  </a:lnTo>
                  <a:lnTo>
                    <a:pt x="254000" y="9525"/>
                  </a:lnTo>
                  <a:lnTo>
                    <a:pt x="254000" y="0"/>
                  </a:lnTo>
                  <a:close/>
                </a:path>
                <a:path w="2569845" h="781050">
                  <a:moveTo>
                    <a:pt x="310476" y="771525"/>
                  </a:moveTo>
                  <a:lnTo>
                    <a:pt x="282232" y="771525"/>
                  </a:lnTo>
                  <a:lnTo>
                    <a:pt x="282232" y="781050"/>
                  </a:lnTo>
                  <a:lnTo>
                    <a:pt x="310476" y="781050"/>
                  </a:lnTo>
                  <a:lnTo>
                    <a:pt x="310476" y="771525"/>
                  </a:lnTo>
                  <a:close/>
                </a:path>
                <a:path w="2569845" h="781050">
                  <a:moveTo>
                    <a:pt x="310476" y="0"/>
                  </a:moveTo>
                  <a:lnTo>
                    <a:pt x="282232" y="0"/>
                  </a:lnTo>
                  <a:lnTo>
                    <a:pt x="282232" y="9525"/>
                  </a:lnTo>
                  <a:lnTo>
                    <a:pt x="310476" y="9525"/>
                  </a:lnTo>
                  <a:lnTo>
                    <a:pt x="310476" y="0"/>
                  </a:lnTo>
                  <a:close/>
                </a:path>
                <a:path w="2569845" h="781050">
                  <a:moveTo>
                    <a:pt x="366953" y="771525"/>
                  </a:moveTo>
                  <a:lnTo>
                    <a:pt x="338709" y="771525"/>
                  </a:lnTo>
                  <a:lnTo>
                    <a:pt x="338709" y="781050"/>
                  </a:lnTo>
                  <a:lnTo>
                    <a:pt x="366953" y="781050"/>
                  </a:lnTo>
                  <a:lnTo>
                    <a:pt x="366953" y="771525"/>
                  </a:lnTo>
                  <a:close/>
                </a:path>
                <a:path w="2569845" h="781050">
                  <a:moveTo>
                    <a:pt x="366953" y="0"/>
                  </a:moveTo>
                  <a:lnTo>
                    <a:pt x="338709" y="0"/>
                  </a:lnTo>
                  <a:lnTo>
                    <a:pt x="338709" y="9525"/>
                  </a:lnTo>
                  <a:lnTo>
                    <a:pt x="366953" y="9525"/>
                  </a:lnTo>
                  <a:lnTo>
                    <a:pt x="366953" y="0"/>
                  </a:lnTo>
                  <a:close/>
                </a:path>
                <a:path w="2569845" h="781050">
                  <a:moveTo>
                    <a:pt x="423430" y="771525"/>
                  </a:moveTo>
                  <a:lnTo>
                    <a:pt x="395185" y="771525"/>
                  </a:lnTo>
                  <a:lnTo>
                    <a:pt x="395185" y="781050"/>
                  </a:lnTo>
                  <a:lnTo>
                    <a:pt x="423430" y="781050"/>
                  </a:lnTo>
                  <a:lnTo>
                    <a:pt x="423430" y="771525"/>
                  </a:lnTo>
                  <a:close/>
                </a:path>
                <a:path w="2569845" h="781050">
                  <a:moveTo>
                    <a:pt x="423430" y="0"/>
                  </a:moveTo>
                  <a:lnTo>
                    <a:pt x="395185" y="0"/>
                  </a:lnTo>
                  <a:lnTo>
                    <a:pt x="395185" y="9525"/>
                  </a:lnTo>
                  <a:lnTo>
                    <a:pt x="423430" y="9525"/>
                  </a:lnTo>
                  <a:lnTo>
                    <a:pt x="423430" y="0"/>
                  </a:lnTo>
                  <a:close/>
                </a:path>
                <a:path w="2569845" h="781050">
                  <a:moveTo>
                    <a:pt x="479907" y="771525"/>
                  </a:moveTo>
                  <a:lnTo>
                    <a:pt x="451675" y="771525"/>
                  </a:lnTo>
                  <a:lnTo>
                    <a:pt x="451675" y="781050"/>
                  </a:lnTo>
                  <a:lnTo>
                    <a:pt x="479907" y="781050"/>
                  </a:lnTo>
                  <a:lnTo>
                    <a:pt x="479907" y="771525"/>
                  </a:lnTo>
                  <a:close/>
                </a:path>
                <a:path w="2569845" h="781050">
                  <a:moveTo>
                    <a:pt x="479907" y="0"/>
                  </a:moveTo>
                  <a:lnTo>
                    <a:pt x="451675" y="0"/>
                  </a:lnTo>
                  <a:lnTo>
                    <a:pt x="451675" y="9525"/>
                  </a:lnTo>
                  <a:lnTo>
                    <a:pt x="479907" y="9525"/>
                  </a:lnTo>
                  <a:lnTo>
                    <a:pt x="479907" y="0"/>
                  </a:lnTo>
                  <a:close/>
                </a:path>
                <a:path w="2569845" h="781050">
                  <a:moveTo>
                    <a:pt x="536384" y="771525"/>
                  </a:moveTo>
                  <a:lnTo>
                    <a:pt x="508152" y="771525"/>
                  </a:lnTo>
                  <a:lnTo>
                    <a:pt x="508152" y="781050"/>
                  </a:lnTo>
                  <a:lnTo>
                    <a:pt x="536384" y="781050"/>
                  </a:lnTo>
                  <a:lnTo>
                    <a:pt x="536384" y="771525"/>
                  </a:lnTo>
                  <a:close/>
                </a:path>
                <a:path w="2569845" h="781050">
                  <a:moveTo>
                    <a:pt x="536384" y="0"/>
                  </a:moveTo>
                  <a:lnTo>
                    <a:pt x="508152" y="0"/>
                  </a:lnTo>
                  <a:lnTo>
                    <a:pt x="508152" y="9525"/>
                  </a:lnTo>
                  <a:lnTo>
                    <a:pt x="536384" y="9525"/>
                  </a:lnTo>
                  <a:lnTo>
                    <a:pt x="536384" y="0"/>
                  </a:lnTo>
                  <a:close/>
                </a:path>
                <a:path w="2569845" h="781050">
                  <a:moveTo>
                    <a:pt x="592861" y="771525"/>
                  </a:moveTo>
                  <a:lnTo>
                    <a:pt x="564629" y="771525"/>
                  </a:lnTo>
                  <a:lnTo>
                    <a:pt x="564629" y="781050"/>
                  </a:lnTo>
                  <a:lnTo>
                    <a:pt x="592861" y="781050"/>
                  </a:lnTo>
                  <a:lnTo>
                    <a:pt x="592861" y="771525"/>
                  </a:lnTo>
                  <a:close/>
                </a:path>
                <a:path w="2569845" h="781050">
                  <a:moveTo>
                    <a:pt x="592861" y="0"/>
                  </a:moveTo>
                  <a:lnTo>
                    <a:pt x="564629" y="0"/>
                  </a:lnTo>
                  <a:lnTo>
                    <a:pt x="564629" y="9525"/>
                  </a:lnTo>
                  <a:lnTo>
                    <a:pt x="592861" y="9525"/>
                  </a:lnTo>
                  <a:lnTo>
                    <a:pt x="592861" y="0"/>
                  </a:lnTo>
                  <a:close/>
                </a:path>
                <a:path w="2569845" h="781050">
                  <a:moveTo>
                    <a:pt x="649338" y="771525"/>
                  </a:moveTo>
                  <a:lnTo>
                    <a:pt x="621106" y="771525"/>
                  </a:lnTo>
                  <a:lnTo>
                    <a:pt x="621106" y="781050"/>
                  </a:lnTo>
                  <a:lnTo>
                    <a:pt x="649338" y="781050"/>
                  </a:lnTo>
                  <a:lnTo>
                    <a:pt x="649338" y="771525"/>
                  </a:lnTo>
                  <a:close/>
                </a:path>
                <a:path w="2569845" h="781050">
                  <a:moveTo>
                    <a:pt x="649338" y="0"/>
                  </a:moveTo>
                  <a:lnTo>
                    <a:pt x="621106" y="0"/>
                  </a:lnTo>
                  <a:lnTo>
                    <a:pt x="621106" y="9525"/>
                  </a:lnTo>
                  <a:lnTo>
                    <a:pt x="649338" y="9525"/>
                  </a:lnTo>
                  <a:lnTo>
                    <a:pt x="649338" y="0"/>
                  </a:lnTo>
                  <a:close/>
                </a:path>
                <a:path w="2569845" h="781050">
                  <a:moveTo>
                    <a:pt x="705815" y="771525"/>
                  </a:moveTo>
                  <a:lnTo>
                    <a:pt x="677583" y="771525"/>
                  </a:lnTo>
                  <a:lnTo>
                    <a:pt x="677583" y="781050"/>
                  </a:lnTo>
                  <a:lnTo>
                    <a:pt x="705815" y="781050"/>
                  </a:lnTo>
                  <a:lnTo>
                    <a:pt x="705815" y="771525"/>
                  </a:lnTo>
                  <a:close/>
                </a:path>
                <a:path w="2569845" h="781050">
                  <a:moveTo>
                    <a:pt x="705815" y="0"/>
                  </a:moveTo>
                  <a:lnTo>
                    <a:pt x="677583" y="0"/>
                  </a:lnTo>
                  <a:lnTo>
                    <a:pt x="677583" y="9525"/>
                  </a:lnTo>
                  <a:lnTo>
                    <a:pt x="705815" y="9525"/>
                  </a:lnTo>
                  <a:lnTo>
                    <a:pt x="705815" y="0"/>
                  </a:lnTo>
                  <a:close/>
                </a:path>
                <a:path w="2569845" h="781050">
                  <a:moveTo>
                    <a:pt x="762292" y="771525"/>
                  </a:moveTo>
                  <a:lnTo>
                    <a:pt x="734060" y="771525"/>
                  </a:lnTo>
                  <a:lnTo>
                    <a:pt x="734060" y="781050"/>
                  </a:lnTo>
                  <a:lnTo>
                    <a:pt x="762292" y="781050"/>
                  </a:lnTo>
                  <a:lnTo>
                    <a:pt x="762292" y="771525"/>
                  </a:lnTo>
                  <a:close/>
                </a:path>
                <a:path w="2569845" h="781050">
                  <a:moveTo>
                    <a:pt x="762292" y="0"/>
                  </a:moveTo>
                  <a:lnTo>
                    <a:pt x="734060" y="0"/>
                  </a:lnTo>
                  <a:lnTo>
                    <a:pt x="734060" y="9525"/>
                  </a:lnTo>
                  <a:lnTo>
                    <a:pt x="762292" y="9525"/>
                  </a:lnTo>
                  <a:lnTo>
                    <a:pt x="762292" y="0"/>
                  </a:lnTo>
                  <a:close/>
                </a:path>
                <a:path w="2569845" h="781050">
                  <a:moveTo>
                    <a:pt x="818781" y="771525"/>
                  </a:moveTo>
                  <a:lnTo>
                    <a:pt x="790536" y="771525"/>
                  </a:lnTo>
                  <a:lnTo>
                    <a:pt x="790536" y="781050"/>
                  </a:lnTo>
                  <a:lnTo>
                    <a:pt x="818781" y="781050"/>
                  </a:lnTo>
                  <a:lnTo>
                    <a:pt x="818781" y="771525"/>
                  </a:lnTo>
                  <a:close/>
                </a:path>
                <a:path w="2569845" h="781050">
                  <a:moveTo>
                    <a:pt x="818781" y="0"/>
                  </a:moveTo>
                  <a:lnTo>
                    <a:pt x="790536" y="0"/>
                  </a:lnTo>
                  <a:lnTo>
                    <a:pt x="790536" y="9525"/>
                  </a:lnTo>
                  <a:lnTo>
                    <a:pt x="818781" y="9525"/>
                  </a:lnTo>
                  <a:lnTo>
                    <a:pt x="818781" y="0"/>
                  </a:lnTo>
                  <a:close/>
                </a:path>
                <a:path w="2569845" h="781050">
                  <a:moveTo>
                    <a:pt x="875258" y="771525"/>
                  </a:moveTo>
                  <a:lnTo>
                    <a:pt x="847013" y="771525"/>
                  </a:lnTo>
                  <a:lnTo>
                    <a:pt x="847013" y="781050"/>
                  </a:lnTo>
                  <a:lnTo>
                    <a:pt x="875258" y="781050"/>
                  </a:lnTo>
                  <a:lnTo>
                    <a:pt x="875258" y="771525"/>
                  </a:lnTo>
                  <a:close/>
                </a:path>
                <a:path w="2569845" h="781050">
                  <a:moveTo>
                    <a:pt x="875258" y="0"/>
                  </a:moveTo>
                  <a:lnTo>
                    <a:pt x="847013" y="0"/>
                  </a:lnTo>
                  <a:lnTo>
                    <a:pt x="847013" y="9525"/>
                  </a:lnTo>
                  <a:lnTo>
                    <a:pt x="875258" y="9525"/>
                  </a:lnTo>
                  <a:lnTo>
                    <a:pt x="875258" y="0"/>
                  </a:lnTo>
                  <a:close/>
                </a:path>
                <a:path w="2569845" h="781050">
                  <a:moveTo>
                    <a:pt x="931735" y="771525"/>
                  </a:moveTo>
                  <a:lnTo>
                    <a:pt x="903490" y="771525"/>
                  </a:lnTo>
                  <a:lnTo>
                    <a:pt x="903490" y="781050"/>
                  </a:lnTo>
                  <a:lnTo>
                    <a:pt x="931735" y="781050"/>
                  </a:lnTo>
                  <a:lnTo>
                    <a:pt x="931735" y="771525"/>
                  </a:lnTo>
                  <a:close/>
                </a:path>
                <a:path w="2569845" h="781050">
                  <a:moveTo>
                    <a:pt x="931735" y="0"/>
                  </a:moveTo>
                  <a:lnTo>
                    <a:pt x="903490" y="0"/>
                  </a:lnTo>
                  <a:lnTo>
                    <a:pt x="903490" y="9525"/>
                  </a:lnTo>
                  <a:lnTo>
                    <a:pt x="931735" y="9525"/>
                  </a:lnTo>
                  <a:lnTo>
                    <a:pt x="931735" y="0"/>
                  </a:lnTo>
                  <a:close/>
                </a:path>
                <a:path w="2569845" h="781050">
                  <a:moveTo>
                    <a:pt x="988212" y="771525"/>
                  </a:moveTo>
                  <a:lnTo>
                    <a:pt x="959967" y="771525"/>
                  </a:lnTo>
                  <a:lnTo>
                    <a:pt x="959967" y="781050"/>
                  </a:lnTo>
                  <a:lnTo>
                    <a:pt x="988212" y="781050"/>
                  </a:lnTo>
                  <a:lnTo>
                    <a:pt x="988212" y="771525"/>
                  </a:lnTo>
                  <a:close/>
                </a:path>
                <a:path w="2569845" h="781050">
                  <a:moveTo>
                    <a:pt x="988212" y="0"/>
                  </a:moveTo>
                  <a:lnTo>
                    <a:pt x="959967" y="0"/>
                  </a:lnTo>
                  <a:lnTo>
                    <a:pt x="959967" y="9525"/>
                  </a:lnTo>
                  <a:lnTo>
                    <a:pt x="988212" y="9525"/>
                  </a:lnTo>
                  <a:lnTo>
                    <a:pt x="988212" y="0"/>
                  </a:lnTo>
                  <a:close/>
                </a:path>
                <a:path w="2569845" h="781050">
                  <a:moveTo>
                    <a:pt x="1044689" y="771525"/>
                  </a:moveTo>
                  <a:lnTo>
                    <a:pt x="1016444" y="771525"/>
                  </a:lnTo>
                  <a:lnTo>
                    <a:pt x="1016444" y="781050"/>
                  </a:lnTo>
                  <a:lnTo>
                    <a:pt x="1044689" y="781050"/>
                  </a:lnTo>
                  <a:lnTo>
                    <a:pt x="1044689" y="771525"/>
                  </a:lnTo>
                  <a:close/>
                </a:path>
                <a:path w="2569845" h="781050">
                  <a:moveTo>
                    <a:pt x="1044689" y="0"/>
                  </a:moveTo>
                  <a:lnTo>
                    <a:pt x="1016444" y="0"/>
                  </a:lnTo>
                  <a:lnTo>
                    <a:pt x="1016444" y="9525"/>
                  </a:lnTo>
                  <a:lnTo>
                    <a:pt x="1044689" y="9525"/>
                  </a:lnTo>
                  <a:lnTo>
                    <a:pt x="1044689" y="0"/>
                  </a:lnTo>
                  <a:close/>
                </a:path>
                <a:path w="2569845" h="781050">
                  <a:moveTo>
                    <a:pt x="1101166" y="771525"/>
                  </a:moveTo>
                  <a:lnTo>
                    <a:pt x="1072921" y="771525"/>
                  </a:lnTo>
                  <a:lnTo>
                    <a:pt x="1072921" y="781050"/>
                  </a:lnTo>
                  <a:lnTo>
                    <a:pt x="1101166" y="781050"/>
                  </a:lnTo>
                  <a:lnTo>
                    <a:pt x="1101166" y="771525"/>
                  </a:lnTo>
                  <a:close/>
                </a:path>
                <a:path w="2569845" h="781050">
                  <a:moveTo>
                    <a:pt x="1101166" y="0"/>
                  </a:moveTo>
                  <a:lnTo>
                    <a:pt x="1072921" y="0"/>
                  </a:lnTo>
                  <a:lnTo>
                    <a:pt x="1072921" y="9525"/>
                  </a:lnTo>
                  <a:lnTo>
                    <a:pt x="1101166" y="9525"/>
                  </a:lnTo>
                  <a:lnTo>
                    <a:pt x="1101166" y="0"/>
                  </a:lnTo>
                  <a:close/>
                </a:path>
                <a:path w="2569845" h="781050">
                  <a:moveTo>
                    <a:pt x="1157643" y="771525"/>
                  </a:moveTo>
                  <a:lnTo>
                    <a:pt x="1129398" y="771525"/>
                  </a:lnTo>
                  <a:lnTo>
                    <a:pt x="1129398" y="781050"/>
                  </a:lnTo>
                  <a:lnTo>
                    <a:pt x="1157643" y="781050"/>
                  </a:lnTo>
                  <a:lnTo>
                    <a:pt x="1157643" y="771525"/>
                  </a:lnTo>
                  <a:close/>
                </a:path>
                <a:path w="2569845" h="781050">
                  <a:moveTo>
                    <a:pt x="1157643" y="0"/>
                  </a:moveTo>
                  <a:lnTo>
                    <a:pt x="1129398" y="0"/>
                  </a:lnTo>
                  <a:lnTo>
                    <a:pt x="1129398" y="9525"/>
                  </a:lnTo>
                  <a:lnTo>
                    <a:pt x="1157643" y="9525"/>
                  </a:lnTo>
                  <a:lnTo>
                    <a:pt x="1157643" y="0"/>
                  </a:lnTo>
                  <a:close/>
                </a:path>
                <a:path w="2569845" h="781050">
                  <a:moveTo>
                    <a:pt x="1214120" y="771525"/>
                  </a:moveTo>
                  <a:lnTo>
                    <a:pt x="1185887" y="771525"/>
                  </a:lnTo>
                  <a:lnTo>
                    <a:pt x="1185887" y="781050"/>
                  </a:lnTo>
                  <a:lnTo>
                    <a:pt x="1214120" y="781050"/>
                  </a:lnTo>
                  <a:lnTo>
                    <a:pt x="1214120" y="771525"/>
                  </a:lnTo>
                  <a:close/>
                </a:path>
                <a:path w="2569845" h="781050">
                  <a:moveTo>
                    <a:pt x="1214120" y="0"/>
                  </a:moveTo>
                  <a:lnTo>
                    <a:pt x="1185887" y="0"/>
                  </a:lnTo>
                  <a:lnTo>
                    <a:pt x="1185887" y="9525"/>
                  </a:lnTo>
                  <a:lnTo>
                    <a:pt x="1214120" y="9525"/>
                  </a:lnTo>
                  <a:lnTo>
                    <a:pt x="1214120" y="0"/>
                  </a:lnTo>
                  <a:close/>
                </a:path>
                <a:path w="2569845" h="781050">
                  <a:moveTo>
                    <a:pt x="1270596" y="771525"/>
                  </a:moveTo>
                  <a:lnTo>
                    <a:pt x="1242364" y="771525"/>
                  </a:lnTo>
                  <a:lnTo>
                    <a:pt x="1242364" y="781050"/>
                  </a:lnTo>
                  <a:lnTo>
                    <a:pt x="1270596" y="781050"/>
                  </a:lnTo>
                  <a:lnTo>
                    <a:pt x="1270596" y="771525"/>
                  </a:lnTo>
                  <a:close/>
                </a:path>
                <a:path w="2569845" h="781050">
                  <a:moveTo>
                    <a:pt x="1270596" y="0"/>
                  </a:moveTo>
                  <a:lnTo>
                    <a:pt x="1242364" y="0"/>
                  </a:lnTo>
                  <a:lnTo>
                    <a:pt x="1242364" y="9525"/>
                  </a:lnTo>
                  <a:lnTo>
                    <a:pt x="1270596" y="9525"/>
                  </a:lnTo>
                  <a:lnTo>
                    <a:pt x="1270596" y="0"/>
                  </a:lnTo>
                  <a:close/>
                </a:path>
                <a:path w="2569845" h="781050">
                  <a:moveTo>
                    <a:pt x="1327073" y="771525"/>
                  </a:moveTo>
                  <a:lnTo>
                    <a:pt x="1298841" y="771525"/>
                  </a:lnTo>
                  <a:lnTo>
                    <a:pt x="1298841" y="781050"/>
                  </a:lnTo>
                  <a:lnTo>
                    <a:pt x="1327073" y="781050"/>
                  </a:lnTo>
                  <a:lnTo>
                    <a:pt x="1327073" y="771525"/>
                  </a:lnTo>
                  <a:close/>
                </a:path>
                <a:path w="2569845" h="781050">
                  <a:moveTo>
                    <a:pt x="1327073" y="0"/>
                  </a:moveTo>
                  <a:lnTo>
                    <a:pt x="1298841" y="0"/>
                  </a:lnTo>
                  <a:lnTo>
                    <a:pt x="1298841" y="9525"/>
                  </a:lnTo>
                  <a:lnTo>
                    <a:pt x="1327073" y="9525"/>
                  </a:lnTo>
                  <a:lnTo>
                    <a:pt x="1327073" y="0"/>
                  </a:lnTo>
                  <a:close/>
                </a:path>
                <a:path w="2569845" h="781050">
                  <a:moveTo>
                    <a:pt x="1383550" y="771525"/>
                  </a:moveTo>
                  <a:lnTo>
                    <a:pt x="1355318" y="771525"/>
                  </a:lnTo>
                  <a:lnTo>
                    <a:pt x="1355318" y="781050"/>
                  </a:lnTo>
                  <a:lnTo>
                    <a:pt x="1383550" y="781050"/>
                  </a:lnTo>
                  <a:lnTo>
                    <a:pt x="1383550" y="771525"/>
                  </a:lnTo>
                  <a:close/>
                </a:path>
                <a:path w="2569845" h="781050">
                  <a:moveTo>
                    <a:pt x="1383550" y="0"/>
                  </a:moveTo>
                  <a:lnTo>
                    <a:pt x="1355318" y="0"/>
                  </a:lnTo>
                  <a:lnTo>
                    <a:pt x="1355318" y="9525"/>
                  </a:lnTo>
                  <a:lnTo>
                    <a:pt x="1383550" y="9525"/>
                  </a:lnTo>
                  <a:lnTo>
                    <a:pt x="1383550" y="0"/>
                  </a:lnTo>
                  <a:close/>
                </a:path>
                <a:path w="2569845" h="781050">
                  <a:moveTo>
                    <a:pt x="1440027" y="771525"/>
                  </a:moveTo>
                  <a:lnTo>
                    <a:pt x="1411795" y="771525"/>
                  </a:lnTo>
                  <a:lnTo>
                    <a:pt x="1411795" y="781050"/>
                  </a:lnTo>
                  <a:lnTo>
                    <a:pt x="1440027" y="781050"/>
                  </a:lnTo>
                  <a:lnTo>
                    <a:pt x="1440027" y="771525"/>
                  </a:lnTo>
                  <a:close/>
                </a:path>
                <a:path w="2569845" h="781050">
                  <a:moveTo>
                    <a:pt x="1440027" y="0"/>
                  </a:moveTo>
                  <a:lnTo>
                    <a:pt x="1411795" y="0"/>
                  </a:lnTo>
                  <a:lnTo>
                    <a:pt x="1411795" y="9525"/>
                  </a:lnTo>
                  <a:lnTo>
                    <a:pt x="1440027" y="9525"/>
                  </a:lnTo>
                  <a:lnTo>
                    <a:pt x="1440027" y="0"/>
                  </a:lnTo>
                  <a:close/>
                </a:path>
                <a:path w="2569845" h="781050">
                  <a:moveTo>
                    <a:pt x="1496504" y="771525"/>
                  </a:moveTo>
                  <a:lnTo>
                    <a:pt x="1468272" y="771525"/>
                  </a:lnTo>
                  <a:lnTo>
                    <a:pt x="1468272" y="781050"/>
                  </a:lnTo>
                  <a:lnTo>
                    <a:pt x="1496504" y="781050"/>
                  </a:lnTo>
                  <a:lnTo>
                    <a:pt x="1496504" y="771525"/>
                  </a:lnTo>
                  <a:close/>
                </a:path>
                <a:path w="2569845" h="781050">
                  <a:moveTo>
                    <a:pt x="1496504" y="0"/>
                  </a:moveTo>
                  <a:lnTo>
                    <a:pt x="1468272" y="0"/>
                  </a:lnTo>
                  <a:lnTo>
                    <a:pt x="1468272" y="9525"/>
                  </a:lnTo>
                  <a:lnTo>
                    <a:pt x="1496504" y="9525"/>
                  </a:lnTo>
                  <a:lnTo>
                    <a:pt x="1496504" y="0"/>
                  </a:lnTo>
                  <a:close/>
                </a:path>
                <a:path w="2569845" h="781050">
                  <a:moveTo>
                    <a:pt x="1552994" y="771525"/>
                  </a:moveTo>
                  <a:lnTo>
                    <a:pt x="1524749" y="771525"/>
                  </a:lnTo>
                  <a:lnTo>
                    <a:pt x="1524749" y="781050"/>
                  </a:lnTo>
                  <a:lnTo>
                    <a:pt x="1552994" y="781050"/>
                  </a:lnTo>
                  <a:lnTo>
                    <a:pt x="1552994" y="771525"/>
                  </a:lnTo>
                  <a:close/>
                </a:path>
                <a:path w="2569845" h="781050">
                  <a:moveTo>
                    <a:pt x="1552994" y="0"/>
                  </a:moveTo>
                  <a:lnTo>
                    <a:pt x="1524749" y="0"/>
                  </a:lnTo>
                  <a:lnTo>
                    <a:pt x="1524749" y="9525"/>
                  </a:lnTo>
                  <a:lnTo>
                    <a:pt x="1552994" y="9525"/>
                  </a:lnTo>
                  <a:lnTo>
                    <a:pt x="1552994" y="0"/>
                  </a:lnTo>
                  <a:close/>
                </a:path>
                <a:path w="2569845" h="781050">
                  <a:moveTo>
                    <a:pt x="1609471" y="771525"/>
                  </a:moveTo>
                  <a:lnTo>
                    <a:pt x="1581226" y="771525"/>
                  </a:lnTo>
                  <a:lnTo>
                    <a:pt x="1581226" y="781050"/>
                  </a:lnTo>
                  <a:lnTo>
                    <a:pt x="1609471" y="781050"/>
                  </a:lnTo>
                  <a:lnTo>
                    <a:pt x="1609471" y="771525"/>
                  </a:lnTo>
                  <a:close/>
                </a:path>
                <a:path w="2569845" h="781050">
                  <a:moveTo>
                    <a:pt x="1609471" y="0"/>
                  </a:moveTo>
                  <a:lnTo>
                    <a:pt x="1581226" y="0"/>
                  </a:lnTo>
                  <a:lnTo>
                    <a:pt x="1581226" y="9525"/>
                  </a:lnTo>
                  <a:lnTo>
                    <a:pt x="1609471" y="9525"/>
                  </a:lnTo>
                  <a:lnTo>
                    <a:pt x="1609471" y="0"/>
                  </a:lnTo>
                  <a:close/>
                </a:path>
                <a:path w="2569845" h="781050">
                  <a:moveTo>
                    <a:pt x="1665947" y="771525"/>
                  </a:moveTo>
                  <a:lnTo>
                    <a:pt x="1637703" y="771525"/>
                  </a:lnTo>
                  <a:lnTo>
                    <a:pt x="1637703" y="781050"/>
                  </a:lnTo>
                  <a:lnTo>
                    <a:pt x="1665947" y="781050"/>
                  </a:lnTo>
                  <a:lnTo>
                    <a:pt x="1665947" y="771525"/>
                  </a:lnTo>
                  <a:close/>
                </a:path>
                <a:path w="2569845" h="781050">
                  <a:moveTo>
                    <a:pt x="1665947" y="0"/>
                  </a:moveTo>
                  <a:lnTo>
                    <a:pt x="1637703" y="0"/>
                  </a:lnTo>
                  <a:lnTo>
                    <a:pt x="1637703" y="9525"/>
                  </a:lnTo>
                  <a:lnTo>
                    <a:pt x="1665947" y="9525"/>
                  </a:lnTo>
                  <a:lnTo>
                    <a:pt x="1665947" y="0"/>
                  </a:lnTo>
                  <a:close/>
                </a:path>
                <a:path w="2569845" h="781050">
                  <a:moveTo>
                    <a:pt x="1722424" y="771525"/>
                  </a:moveTo>
                  <a:lnTo>
                    <a:pt x="1694180" y="771525"/>
                  </a:lnTo>
                  <a:lnTo>
                    <a:pt x="1694180" y="781050"/>
                  </a:lnTo>
                  <a:lnTo>
                    <a:pt x="1722424" y="781050"/>
                  </a:lnTo>
                  <a:lnTo>
                    <a:pt x="1722424" y="771525"/>
                  </a:lnTo>
                  <a:close/>
                </a:path>
                <a:path w="2569845" h="781050">
                  <a:moveTo>
                    <a:pt x="1722424" y="0"/>
                  </a:moveTo>
                  <a:lnTo>
                    <a:pt x="1694180" y="0"/>
                  </a:lnTo>
                  <a:lnTo>
                    <a:pt x="1694180" y="9525"/>
                  </a:lnTo>
                  <a:lnTo>
                    <a:pt x="1722424" y="9525"/>
                  </a:lnTo>
                  <a:lnTo>
                    <a:pt x="1722424" y="0"/>
                  </a:lnTo>
                  <a:close/>
                </a:path>
                <a:path w="2569845" h="781050">
                  <a:moveTo>
                    <a:pt x="1778901" y="771525"/>
                  </a:moveTo>
                  <a:lnTo>
                    <a:pt x="1750656" y="771525"/>
                  </a:lnTo>
                  <a:lnTo>
                    <a:pt x="1750656" y="781050"/>
                  </a:lnTo>
                  <a:lnTo>
                    <a:pt x="1778901" y="781050"/>
                  </a:lnTo>
                  <a:lnTo>
                    <a:pt x="1778901" y="771525"/>
                  </a:lnTo>
                  <a:close/>
                </a:path>
                <a:path w="2569845" h="781050">
                  <a:moveTo>
                    <a:pt x="1778901" y="0"/>
                  </a:moveTo>
                  <a:lnTo>
                    <a:pt x="1750656" y="0"/>
                  </a:lnTo>
                  <a:lnTo>
                    <a:pt x="1750656" y="9525"/>
                  </a:lnTo>
                  <a:lnTo>
                    <a:pt x="1778901" y="9525"/>
                  </a:lnTo>
                  <a:lnTo>
                    <a:pt x="1778901" y="0"/>
                  </a:lnTo>
                  <a:close/>
                </a:path>
                <a:path w="2569845" h="781050">
                  <a:moveTo>
                    <a:pt x="1835378" y="771525"/>
                  </a:moveTo>
                  <a:lnTo>
                    <a:pt x="1807133" y="771525"/>
                  </a:lnTo>
                  <a:lnTo>
                    <a:pt x="1807133" y="781050"/>
                  </a:lnTo>
                  <a:lnTo>
                    <a:pt x="1835378" y="781050"/>
                  </a:lnTo>
                  <a:lnTo>
                    <a:pt x="1835378" y="771525"/>
                  </a:lnTo>
                  <a:close/>
                </a:path>
                <a:path w="2569845" h="781050">
                  <a:moveTo>
                    <a:pt x="1835378" y="0"/>
                  </a:moveTo>
                  <a:lnTo>
                    <a:pt x="1807133" y="0"/>
                  </a:lnTo>
                  <a:lnTo>
                    <a:pt x="1807133" y="9525"/>
                  </a:lnTo>
                  <a:lnTo>
                    <a:pt x="1835378" y="9525"/>
                  </a:lnTo>
                  <a:lnTo>
                    <a:pt x="1835378" y="0"/>
                  </a:lnTo>
                  <a:close/>
                </a:path>
                <a:path w="2569845" h="781050">
                  <a:moveTo>
                    <a:pt x="1891855" y="771525"/>
                  </a:moveTo>
                  <a:lnTo>
                    <a:pt x="1863610" y="771525"/>
                  </a:lnTo>
                  <a:lnTo>
                    <a:pt x="1863610" y="781050"/>
                  </a:lnTo>
                  <a:lnTo>
                    <a:pt x="1891855" y="781050"/>
                  </a:lnTo>
                  <a:lnTo>
                    <a:pt x="1891855" y="771525"/>
                  </a:lnTo>
                  <a:close/>
                </a:path>
                <a:path w="2569845" h="781050">
                  <a:moveTo>
                    <a:pt x="1891855" y="0"/>
                  </a:moveTo>
                  <a:lnTo>
                    <a:pt x="1863610" y="0"/>
                  </a:lnTo>
                  <a:lnTo>
                    <a:pt x="1863610" y="9525"/>
                  </a:lnTo>
                  <a:lnTo>
                    <a:pt x="1891855" y="9525"/>
                  </a:lnTo>
                  <a:lnTo>
                    <a:pt x="1891855" y="0"/>
                  </a:lnTo>
                  <a:close/>
                </a:path>
                <a:path w="2569845" h="781050">
                  <a:moveTo>
                    <a:pt x="1948332" y="771525"/>
                  </a:moveTo>
                  <a:lnTo>
                    <a:pt x="1920100" y="771525"/>
                  </a:lnTo>
                  <a:lnTo>
                    <a:pt x="1920100" y="781050"/>
                  </a:lnTo>
                  <a:lnTo>
                    <a:pt x="1948332" y="781050"/>
                  </a:lnTo>
                  <a:lnTo>
                    <a:pt x="1948332" y="771525"/>
                  </a:lnTo>
                  <a:close/>
                </a:path>
                <a:path w="2569845" h="781050">
                  <a:moveTo>
                    <a:pt x="1948332" y="0"/>
                  </a:moveTo>
                  <a:lnTo>
                    <a:pt x="1920100" y="0"/>
                  </a:lnTo>
                  <a:lnTo>
                    <a:pt x="1920100" y="9525"/>
                  </a:lnTo>
                  <a:lnTo>
                    <a:pt x="1948332" y="9525"/>
                  </a:lnTo>
                  <a:lnTo>
                    <a:pt x="1948332" y="0"/>
                  </a:lnTo>
                  <a:close/>
                </a:path>
                <a:path w="2569845" h="781050">
                  <a:moveTo>
                    <a:pt x="2004809" y="771525"/>
                  </a:moveTo>
                  <a:lnTo>
                    <a:pt x="1976577" y="771525"/>
                  </a:lnTo>
                  <a:lnTo>
                    <a:pt x="1976577" y="781050"/>
                  </a:lnTo>
                  <a:lnTo>
                    <a:pt x="2004809" y="781050"/>
                  </a:lnTo>
                  <a:lnTo>
                    <a:pt x="2004809" y="771525"/>
                  </a:lnTo>
                  <a:close/>
                </a:path>
                <a:path w="2569845" h="781050">
                  <a:moveTo>
                    <a:pt x="2004809" y="0"/>
                  </a:moveTo>
                  <a:lnTo>
                    <a:pt x="1976577" y="0"/>
                  </a:lnTo>
                  <a:lnTo>
                    <a:pt x="1976577" y="9525"/>
                  </a:lnTo>
                  <a:lnTo>
                    <a:pt x="2004809" y="9525"/>
                  </a:lnTo>
                  <a:lnTo>
                    <a:pt x="2004809" y="0"/>
                  </a:lnTo>
                  <a:close/>
                </a:path>
                <a:path w="2569845" h="781050">
                  <a:moveTo>
                    <a:pt x="2061286" y="771525"/>
                  </a:moveTo>
                  <a:lnTo>
                    <a:pt x="2033054" y="771525"/>
                  </a:lnTo>
                  <a:lnTo>
                    <a:pt x="2033054" y="781050"/>
                  </a:lnTo>
                  <a:lnTo>
                    <a:pt x="2061286" y="781050"/>
                  </a:lnTo>
                  <a:lnTo>
                    <a:pt x="2061286" y="771525"/>
                  </a:lnTo>
                  <a:close/>
                </a:path>
                <a:path w="2569845" h="781050">
                  <a:moveTo>
                    <a:pt x="2061286" y="0"/>
                  </a:moveTo>
                  <a:lnTo>
                    <a:pt x="2033054" y="0"/>
                  </a:lnTo>
                  <a:lnTo>
                    <a:pt x="2033054" y="9525"/>
                  </a:lnTo>
                  <a:lnTo>
                    <a:pt x="2061286" y="9525"/>
                  </a:lnTo>
                  <a:lnTo>
                    <a:pt x="2061286" y="0"/>
                  </a:lnTo>
                  <a:close/>
                </a:path>
                <a:path w="2569845" h="781050">
                  <a:moveTo>
                    <a:pt x="2117763" y="771525"/>
                  </a:moveTo>
                  <a:lnTo>
                    <a:pt x="2089531" y="771525"/>
                  </a:lnTo>
                  <a:lnTo>
                    <a:pt x="2089531" y="781050"/>
                  </a:lnTo>
                  <a:lnTo>
                    <a:pt x="2117763" y="781050"/>
                  </a:lnTo>
                  <a:lnTo>
                    <a:pt x="2117763" y="771525"/>
                  </a:lnTo>
                  <a:close/>
                </a:path>
                <a:path w="2569845" h="781050">
                  <a:moveTo>
                    <a:pt x="2117763" y="0"/>
                  </a:moveTo>
                  <a:lnTo>
                    <a:pt x="2089531" y="0"/>
                  </a:lnTo>
                  <a:lnTo>
                    <a:pt x="2089531" y="9525"/>
                  </a:lnTo>
                  <a:lnTo>
                    <a:pt x="2117763" y="9525"/>
                  </a:lnTo>
                  <a:lnTo>
                    <a:pt x="2117763" y="0"/>
                  </a:lnTo>
                  <a:close/>
                </a:path>
                <a:path w="2569845" h="781050">
                  <a:moveTo>
                    <a:pt x="2174240" y="771525"/>
                  </a:moveTo>
                  <a:lnTo>
                    <a:pt x="2146008" y="771525"/>
                  </a:lnTo>
                  <a:lnTo>
                    <a:pt x="2146008" y="781050"/>
                  </a:lnTo>
                  <a:lnTo>
                    <a:pt x="2174240" y="781050"/>
                  </a:lnTo>
                  <a:lnTo>
                    <a:pt x="2174240" y="771525"/>
                  </a:lnTo>
                  <a:close/>
                </a:path>
                <a:path w="2569845" h="781050">
                  <a:moveTo>
                    <a:pt x="2174240" y="0"/>
                  </a:moveTo>
                  <a:lnTo>
                    <a:pt x="2146008" y="0"/>
                  </a:lnTo>
                  <a:lnTo>
                    <a:pt x="2146008" y="9525"/>
                  </a:lnTo>
                  <a:lnTo>
                    <a:pt x="2174240" y="9525"/>
                  </a:lnTo>
                  <a:lnTo>
                    <a:pt x="2174240" y="0"/>
                  </a:lnTo>
                  <a:close/>
                </a:path>
                <a:path w="2569845" h="781050">
                  <a:moveTo>
                    <a:pt x="2230717" y="771525"/>
                  </a:moveTo>
                  <a:lnTo>
                    <a:pt x="2202484" y="771525"/>
                  </a:lnTo>
                  <a:lnTo>
                    <a:pt x="2202484" y="781050"/>
                  </a:lnTo>
                  <a:lnTo>
                    <a:pt x="2230717" y="781050"/>
                  </a:lnTo>
                  <a:lnTo>
                    <a:pt x="2230717" y="771525"/>
                  </a:lnTo>
                  <a:close/>
                </a:path>
                <a:path w="2569845" h="781050">
                  <a:moveTo>
                    <a:pt x="2230717" y="0"/>
                  </a:moveTo>
                  <a:lnTo>
                    <a:pt x="2202484" y="0"/>
                  </a:lnTo>
                  <a:lnTo>
                    <a:pt x="2202484" y="9525"/>
                  </a:lnTo>
                  <a:lnTo>
                    <a:pt x="2230717" y="9525"/>
                  </a:lnTo>
                  <a:lnTo>
                    <a:pt x="2230717" y="0"/>
                  </a:lnTo>
                  <a:close/>
                </a:path>
                <a:path w="2569845" h="781050">
                  <a:moveTo>
                    <a:pt x="2287193" y="771525"/>
                  </a:moveTo>
                  <a:lnTo>
                    <a:pt x="2258961" y="771525"/>
                  </a:lnTo>
                  <a:lnTo>
                    <a:pt x="2258961" y="781050"/>
                  </a:lnTo>
                  <a:lnTo>
                    <a:pt x="2287193" y="781050"/>
                  </a:lnTo>
                  <a:lnTo>
                    <a:pt x="2287193" y="771525"/>
                  </a:lnTo>
                  <a:close/>
                </a:path>
                <a:path w="2569845" h="781050">
                  <a:moveTo>
                    <a:pt x="2287193" y="0"/>
                  </a:moveTo>
                  <a:lnTo>
                    <a:pt x="2258961" y="0"/>
                  </a:lnTo>
                  <a:lnTo>
                    <a:pt x="2258961" y="9525"/>
                  </a:lnTo>
                  <a:lnTo>
                    <a:pt x="2287193" y="9525"/>
                  </a:lnTo>
                  <a:lnTo>
                    <a:pt x="2287193" y="0"/>
                  </a:lnTo>
                  <a:close/>
                </a:path>
                <a:path w="2569845" h="781050">
                  <a:moveTo>
                    <a:pt x="2343683" y="771525"/>
                  </a:moveTo>
                  <a:lnTo>
                    <a:pt x="2315438" y="771525"/>
                  </a:lnTo>
                  <a:lnTo>
                    <a:pt x="2315438" y="781050"/>
                  </a:lnTo>
                  <a:lnTo>
                    <a:pt x="2343683" y="781050"/>
                  </a:lnTo>
                  <a:lnTo>
                    <a:pt x="2343683" y="771525"/>
                  </a:lnTo>
                  <a:close/>
                </a:path>
                <a:path w="2569845" h="781050">
                  <a:moveTo>
                    <a:pt x="2343683" y="0"/>
                  </a:moveTo>
                  <a:lnTo>
                    <a:pt x="2315438" y="0"/>
                  </a:lnTo>
                  <a:lnTo>
                    <a:pt x="2315438" y="9525"/>
                  </a:lnTo>
                  <a:lnTo>
                    <a:pt x="2343683" y="9525"/>
                  </a:lnTo>
                  <a:lnTo>
                    <a:pt x="2343683" y="0"/>
                  </a:lnTo>
                  <a:close/>
                </a:path>
                <a:path w="2569845" h="781050">
                  <a:moveTo>
                    <a:pt x="2400160" y="771525"/>
                  </a:moveTo>
                  <a:lnTo>
                    <a:pt x="2371915" y="771525"/>
                  </a:lnTo>
                  <a:lnTo>
                    <a:pt x="2371915" y="781050"/>
                  </a:lnTo>
                  <a:lnTo>
                    <a:pt x="2400160" y="781050"/>
                  </a:lnTo>
                  <a:lnTo>
                    <a:pt x="2400160" y="771525"/>
                  </a:lnTo>
                  <a:close/>
                </a:path>
                <a:path w="2569845" h="781050">
                  <a:moveTo>
                    <a:pt x="2400160" y="0"/>
                  </a:moveTo>
                  <a:lnTo>
                    <a:pt x="2371915" y="0"/>
                  </a:lnTo>
                  <a:lnTo>
                    <a:pt x="2371915" y="9525"/>
                  </a:lnTo>
                  <a:lnTo>
                    <a:pt x="2400160" y="9525"/>
                  </a:lnTo>
                  <a:lnTo>
                    <a:pt x="2400160" y="0"/>
                  </a:lnTo>
                  <a:close/>
                </a:path>
                <a:path w="2569845" h="781050">
                  <a:moveTo>
                    <a:pt x="2456637" y="771525"/>
                  </a:moveTo>
                  <a:lnTo>
                    <a:pt x="2428392" y="771525"/>
                  </a:lnTo>
                  <a:lnTo>
                    <a:pt x="2428392" y="781050"/>
                  </a:lnTo>
                  <a:lnTo>
                    <a:pt x="2456637" y="781050"/>
                  </a:lnTo>
                  <a:lnTo>
                    <a:pt x="2456637" y="771525"/>
                  </a:lnTo>
                  <a:close/>
                </a:path>
                <a:path w="2569845" h="781050">
                  <a:moveTo>
                    <a:pt x="2456637" y="0"/>
                  </a:moveTo>
                  <a:lnTo>
                    <a:pt x="2428392" y="0"/>
                  </a:lnTo>
                  <a:lnTo>
                    <a:pt x="2428392" y="9525"/>
                  </a:lnTo>
                  <a:lnTo>
                    <a:pt x="2456637" y="9525"/>
                  </a:lnTo>
                  <a:lnTo>
                    <a:pt x="2456637" y="0"/>
                  </a:lnTo>
                  <a:close/>
                </a:path>
                <a:path w="2569845" h="781050">
                  <a:moveTo>
                    <a:pt x="2513114" y="771525"/>
                  </a:moveTo>
                  <a:lnTo>
                    <a:pt x="2484869" y="771525"/>
                  </a:lnTo>
                  <a:lnTo>
                    <a:pt x="2484869" y="781050"/>
                  </a:lnTo>
                  <a:lnTo>
                    <a:pt x="2513114" y="781050"/>
                  </a:lnTo>
                  <a:lnTo>
                    <a:pt x="2513114" y="771525"/>
                  </a:lnTo>
                  <a:close/>
                </a:path>
                <a:path w="2569845" h="781050">
                  <a:moveTo>
                    <a:pt x="2513114" y="0"/>
                  </a:moveTo>
                  <a:lnTo>
                    <a:pt x="2484869" y="0"/>
                  </a:lnTo>
                  <a:lnTo>
                    <a:pt x="2484869" y="9525"/>
                  </a:lnTo>
                  <a:lnTo>
                    <a:pt x="2513114" y="9525"/>
                  </a:lnTo>
                  <a:lnTo>
                    <a:pt x="2513114" y="0"/>
                  </a:lnTo>
                  <a:close/>
                </a:path>
                <a:path w="2569845" h="781050">
                  <a:moveTo>
                    <a:pt x="2548712" y="760222"/>
                  </a:moveTo>
                  <a:lnTo>
                    <a:pt x="2521801" y="733425"/>
                  </a:lnTo>
                  <a:lnTo>
                    <a:pt x="2548699" y="760234"/>
                  </a:lnTo>
                  <a:close/>
                </a:path>
                <a:path w="2569845" h="781050">
                  <a:moveTo>
                    <a:pt x="2564358" y="27190"/>
                  </a:moveTo>
                  <a:lnTo>
                    <a:pt x="2555443" y="13995"/>
                  </a:lnTo>
                  <a:lnTo>
                    <a:pt x="2542565" y="5295"/>
                  </a:lnTo>
                  <a:lnTo>
                    <a:pt x="2538412" y="13754"/>
                  </a:lnTo>
                  <a:lnTo>
                    <a:pt x="2548712" y="20713"/>
                  </a:lnTo>
                  <a:lnTo>
                    <a:pt x="2555849" y="31280"/>
                  </a:lnTo>
                  <a:lnTo>
                    <a:pt x="2564358" y="27190"/>
                  </a:lnTo>
                  <a:close/>
                </a:path>
                <a:path w="2569845" h="781050">
                  <a:moveTo>
                    <a:pt x="2564371" y="753846"/>
                  </a:moveTo>
                  <a:lnTo>
                    <a:pt x="2555849" y="749769"/>
                  </a:lnTo>
                  <a:lnTo>
                    <a:pt x="2548737" y="760285"/>
                  </a:lnTo>
                  <a:lnTo>
                    <a:pt x="2538412" y="767207"/>
                  </a:lnTo>
                  <a:lnTo>
                    <a:pt x="2521801" y="733425"/>
                  </a:lnTo>
                  <a:lnTo>
                    <a:pt x="2542565" y="775716"/>
                  </a:lnTo>
                  <a:lnTo>
                    <a:pt x="2555062" y="767207"/>
                  </a:lnTo>
                  <a:lnTo>
                    <a:pt x="2555379" y="767003"/>
                  </a:lnTo>
                  <a:lnTo>
                    <a:pt x="2564371" y="753846"/>
                  </a:lnTo>
                  <a:close/>
                </a:path>
                <a:path w="2569845" h="781050">
                  <a:moveTo>
                    <a:pt x="2569426" y="694677"/>
                  </a:moveTo>
                  <a:lnTo>
                    <a:pt x="2559901" y="694677"/>
                  </a:lnTo>
                  <a:lnTo>
                    <a:pt x="2559901" y="723633"/>
                  </a:lnTo>
                  <a:lnTo>
                    <a:pt x="2569426" y="723633"/>
                  </a:lnTo>
                  <a:lnTo>
                    <a:pt x="2569426" y="694677"/>
                  </a:lnTo>
                  <a:close/>
                </a:path>
                <a:path w="2569845" h="781050">
                  <a:moveTo>
                    <a:pt x="2569426" y="636739"/>
                  </a:moveTo>
                  <a:lnTo>
                    <a:pt x="2559901" y="636739"/>
                  </a:lnTo>
                  <a:lnTo>
                    <a:pt x="2559901" y="665708"/>
                  </a:lnTo>
                  <a:lnTo>
                    <a:pt x="2569426" y="665708"/>
                  </a:lnTo>
                  <a:lnTo>
                    <a:pt x="2569426" y="636739"/>
                  </a:lnTo>
                  <a:close/>
                </a:path>
                <a:path w="2569845" h="781050">
                  <a:moveTo>
                    <a:pt x="2569426" y="578802"/>
                  </a:moveTo>
                  <a:lnTo>
                    <a:pt x="2559901" y="578802"/>
                  </a:lnTo>
                  <a:lnTo>
                    <a:pt x="2559901" y="607771"/>
                  </a:lnTo>
                  <a:lnTo>
                    <a:pt x="2569426" y="607771"/>
                  </a:lnTo>
                  <a:lnTo>
                    <a:pt x="2569426" y="578802"/>
                  </a:lnTo>
                  <a:close/>
                </a:path>
                <a:path w="2569845" h="781050">
                  <a:moveTo>
                    <a:pt x="2569426" y="520877"/>
                  </a:moveTo>
                  <a:lnTo>
                    <a:pt x="2559901" y="520877"/>
                  </a:lnTo>
                  <a:lnTo>
                    <a:pt x="2559901" y="549833"/>
                  </a:lnTo>
                  <a:lnTo>
                    <a:pt x="2569426" y="549833"/>
                  </a:lnTo>
                  <a:lnTo>
                    <a:pt x="2569426" y="520877"/>
                  </a:lnTo>
                  <a:close/>
                </a:path>
                <a:path w="2569845" h="781050">
                  <a:moveTo>
                    <a:pt x="2569426" y="462940"/>
                  </a:moveTo>
                  <a:lnTo>
                    <a:pt x="2559901" y="462940"/>
                  </a:lnTo>
                  <a:lnTo>
                    <a:pt x="2559901" y="491909"/>
                  </a:lnTo>
                  <a:lnTo>
                    <a:pt x="2569426" y="491909"/>
                  </a:lnTo>
                  <a:lnTo>
                    <a:pt x="2569426" y="462940"/>
                  </a:lnTo>
                  <a:close/>
                </a:path>
                <a:path w="2569845" h="781050">
                  <a:moveTo>
                    <a:pt x="2569426" y="405003"/>
                  </a:moveTo>
                  <a:lnTo>
                    <a:pt x="2559901" y="405003"/>
                  </a:lnTo>
                  <a:lnTo>
                    <a:pt x="2559901" y="433971"/>
                  </a:lnTo>
                  <a:lnTo>
                    <a:pt x="2569426" y="433971"/>
                  </a:lnTo>
                  <a:lnTo>
                    <a:pt x="2569426" y="405003"/>
                  </a:lnTo>
                  <a:close/>
                </a:path>
                <a:path w="2569845" h="781050">
                  <a:moveTo>
                    <a:pt x="2569426" y="347078"/>
                  </a:moveTo>
                  <a:lnTo>
                    <a:pt x="2559901" y="347078"/>
                  </a:lnTo>
                  <a:lnTo>
                    <a:pt x="2559901" y="376047"/>
                  </a:lnTo>
                  <a:lnTo>
                    <a:pt x="2569426" y="376047"/>
                  </a:lnTo>
                  <a:lnTo>
                    <a:pt x="2569426" y="347078"/>
                  </a:lnTo>
                  <a:close/>
                </a:path>
                <a:path w="2569845" h="781050">
                  <a:moveTo>
                    <a:pt x="2569426" y="289140"/>
                  </a:moveTo>
                  <a:lnTo>
                    <a:pt x="2559901" y="289140"/>
                  </a:lnTo>
                  <a:lnTo>
                    <a:pt x="2559901" y="318109"/>
                  </a:lnTo>
                  <a:lnTo>
                    <a:pt x="2569426" y="318109"/>
                  </a:lnTo>
                  <a:lnTo>
                    <a:pt x="2569426" y="289140"/>
                  </a:lnTo>
                  <a:close/>
                </a:path>
                <a:path w="2569845" h="781050">
                  <a:moveTo>
                    <a:pt x="2569426" y="231203"/>
                  </a:moveTo>
                  <a:lnTo>
                    <a:pt x="2559901" y="231203"/>
                  </a:lnTo>
                  <a:lnTo>
                    <a:pt x="2559901" y="260172"/>
                  </a:lnTo>
                  <a:lnTo>
                    <a:pt x="2569426" y="260172"/>
                  </a:lnTo>
                  <a:lnTo>
                    <a:pt x="2569426" y="231203"/>
                  </a:lnTo>
                  <a:close/>
                </a:path>
                <a:path w="2569845" h="781050">
                  <a:moveTo>
                    <a:pt x="2569426" y="173278"/>
                  </a:moveTo>
                  <a:lnTo>
                    <a:pt x="2559901" y="173278"/>
                  </a:lnTo>
                  <a:lnTo>
                    <a:pt x="2559901" y="202247"/>
                  </a:lnTo>
                  <a:lnTo>
                    <a:pt x="2569426" y="202247"/>
                  </a:lnTo>
                  <a:lnTo>
                    <a:pt x="2569426" y="173278"/>
                  </a:lnTo>
                  <a:close/>
                </a:path>
                <a:path w="2569845" h="781050">
                  <a:moveTo>
                    <a:pt x="2569426" y="115341"/>
                  </a:moveTo>
                  <a:lnTo>
                    <a:pt x="2559901" y="115341"/>
                  </a:lnTo>
                  <a:lnTo>
                    <a:pt x="2559901" y="144310"/>
                  </a:lnTo>
                  <a:lnTo>
                    <a:pt x="2569426" y="144310"/>
                  </a:lnTo>
                  <a:lnTo>
                    <a:pt x="2569426" y="115341"/>
                  </a:lnTo>
                  <a:close/>
                </a:path>
                <a:path w="2569845" h="781050">
                  <a:moveTo>
                    <a:pt x="2569426" y="57404"/>
                  </a:moveTo>
                  <a:lnTo>
                    <a:pt x="2559901" y="57404"/>
                  </a:lnTo>
                  <a:lnTo>
                    <a:pt x="2559901" y="86372"/>
                  </a:lnTo>
                  <a:lnTo>
                    <a:pt x="2569426" y="86372"/>
                  </a:lnTo>
                  <a:lnTo>
                    <a:pt x="2569426" y="57404"/>
                  </a:lnTo>
                  <a:close/>
                </a:path>
              </a:pathLst>
            </a:custGeom>
            <a:solidFill>
              <a:srgbClr val="CDD4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3916424" y="2842606"/>
            <a:ext cx="2212340" cy="121094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41605" indent="-129539">
              <a:lnSpc>
                <a:spcPct val="100000"/>
              </a:lnSpc>
              <a:spcBef>
                <a:spcPts val="825"/>
              </a:spcBef>
              <a:buChar char="•"/>
              <a:tabLst>
                <a:tab pos="142240" algn="l"/>
              </a:tabLst>
            </a:pPr>
            <a:r>
              <a:rPr dirty="0" sz="1100" b="1">
                <a:solidFill>
                  <a:srgbClr val="2D7C31"/>
                </a:solidFill>
                <a:latin typeface="Noto Sans KR"/>
                <a:cs typeface="Noto Sans KR"/>
              </a:rPr>
              <a:t>위험</a:t>
            </a:r>
            <a:r>
              <a:rPr dirty="0" sz="1100" spc="55" b="1">
                <a:solidFill>
                  <a:srgbClr val="2D7C31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2D7C31"/>
                </a:solidFill>
                <a:latin typeface="Noto Sans KR"/>
                <a:cs typeface="Noto Sans KR"/>
              </a:rPr>
              <a:t>발생</a:t>
            </a:r>
            <a:r>
              <a:rPr dirty="0" sz="1100" spc="55" b="1">
                <a:solidFill>
                  <a:srgbClr val="2D7C31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2D7C31"/>
                </a:solidFill>
                <a:latin typeface="Noto Sans KR"/>
                <a:cs typeface="Noto Sans KR"/>
              </a:rPr>
              <a:t>즉시</a:t>
            </a:r>
            <a:r>
              <a:rPr dirty="0" sz="1100" spc="55" b="1">
                <a:solidFill>
                  <a:srgbClr val="2D7C31"/>
                </a:solidFill>
                <a:latin typeface="Noto Sans KR"/>
                <a:cs typeface="Noto Sans KR"/>
              </a:rPr>
              <a:t> </a:t>
            </a:r>
            <a:r>
              <a:rPr dirty="0" sz="1100" spc="-25" b="1">
                <a:solidFill>
                  <a:srgbClr val="2D7C31"/>
                </a:solidFill>
                <a:latin typeface="Noto Sans KR"/>
                <a:cs typeface="Noto Sans KR"/>
              </a:rPr>
              <a:t>대응</a:t>
            </a:r>
            <a:endParaRPr sz="1100">
              <a:latin typeface="Noto Sans KR"/>
              <a:cs typeface="Noto Sans KR"/>
            </a:endParaRPr>
          </a:p>
          <a:p>
            <a:pPr marL="155575" marR="352425">
              <a:lnSpc>
                <a:spcPct val="116700"/>
              </a:lnSpc>
              <a:spcBef>
                <a:spcPts val="415"/>
              </a:spcBef>
            </a:pPr>
            <a:r>
              <a:rPr dirty="0" sz="900" spc="-45">
                <a:solidFill>
                  <a:srgbClr val="666666"/>
                </a:solidFill>
                <a:latin typeface="Noto Sans KR"/>
                <a:cs typeface="Noto Sans KR"/>
              </a:rPr>
              <a:t>침하·전도</a:t>
            </a:r>
            <a:r>
              <a:rPr dirty="0" sz="900" spc="4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등</a:t>
            </a:r>
            <a:r>
              <a:rPr dirty="0" sz="900" spc="45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위험</a:t>
            </a:r>
            <a:r>
              <a:rPr dirty="0" sz="900" spc="4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예상</a:t>
            </a:r>
            <a:r>
              <a:rPr dirty="0" sz="900" spc="45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시</a:t>
            </a:r>
            <a:r>
              <a:rPr dirty="0" sz="900" spc="45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즉시</a:t>
            </a:r>
            <a:r>
              <a:rPr dirty="0" sz="900" spc="4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 spc="-25">
                <a:solidFill>
                  <a:srgbClr val="666666"/>
                </a:solidFill>
                <a:latin typeface="Noto Sans KR"/>
                <a:cs typeface="Noto Sans KR"/>
              </a:rPr>
              <a:t>협의</a:t>
            </a:r>
            <a:r>
              <a:rPr dirty="0" sz="900" spc="50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참여업체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간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신속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대응체계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 spc="-25">
                <a:solidFill>
                  <a:srgbClr val="666666"/>
                </a:solidFill>
                <a:latin typeface="Noto Sans KR"/>
                <a:cs typeface="Noto Sans KR"/>
              </a:rPr>
              <a:t>구축</a:t>
            </a:r>
            <a:endParaRPr sz="900">
              <a:latin typeface="Noto Sans KR"/>
              <a:cs typeface="Noto Sans KR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650">
              <a:latin typeface="Noto Sans KR"/>
              <a:cs typeface="Noto Sans KR"/>
            </a:endParaRPr>
          </a:p>
          <a:p>
            <a:pPr marL="141605" indent="-129539">
              <a:lnSpc>
                <a:spcPct val="100000"/>
              </a:lnSpc>
              <a:buChar char="•"/>
              <a:tabLst>
                <a:tab pos="142240" algn="l"/>
              </a:tabLst>
            </a:pPr>
            <a:r>
              <a:rPr dirty="0" sz="1100" b="1">
                <a:solidFill>
                  <a:srgbClr val="2D7C31"/>
                </a:solidFill>
                <a:latin typeface="Noto Sans KR"/>
                <a:cs typeface="Noto Sans KR"/>
              </a:rPr>
              <a:t>긴급상황</a:t>
            </a:r>
            <a:r>
              <a:rPr dirty="0" sz="1100" spc="45" b="1">
                <a:solidFill>
                  <a:srgbClr val="2D7C31"/>
                </a:solidFill>
                <a:latin typeface="Noto Sans KR"/>
                <a:cs typeface="Noto Sans KR"/>
              </a:rPr>
              <a:t> </a:t>
            </a:r>
            <a:r>
              <a:rPr dirty="0" sz="1100" spc="-35" b="1">
                <a:solidFill>
                  <a:srgbClr val="2D7C31"/>
                </a:solidFill>
                <a:latin typeface="Noto Sans KR"/>
                <a:cs typeface="Noto Sans KR"/>
              </a:rPr>
              <a:t>대비</a:t>
            </a:r>
            <a:endParaRPr sz="1100">
              <a:latin typeface="Noto Sans KR"/>
              <a:cs typeface="Noto Sans KR"/>
            </a:endParaRPr>
          </a:p>
          <a:p>
            <a:pPr marL="155575">
              <a:lnSpc>
                <a:spcPct val="100000"/>
              </a:lnSpc>
              <a:spcBef>
                <a:spcPts val="595"/>
              </a:spcBef>
            </a:pP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누수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대비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자재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확보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및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긴급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보수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대응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 spc="-25">
                <a:solidFill>
                  <a:srgbClr val="666666"/>
                </a:solidFill>
                <a:latin typeface="Noto Sans KR"/>
                <a:cs typeface="Noto Sans KR"/>
              </a:rPr>
              <a:t>유지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750234" y="4463709"/>
            <a:ext cx="9277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[긴급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대응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자재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 spc="-25">
                <a:solidFill>
                  <a:srgbClr val="ACB5BC"/>
                </a:solidFill>
                <a:latin typeface="Noto Sans KR"/>
                <a:cs typeface="Noto Sans KR"/>
              </a:rPr>
              <a:t>사진]</a:t>
            </a:r>
            <a:endParaRPr sz="800">
              <a:latin typeface="Noto Sans KR"/>
              <a:cs typeface="Noto Sans KR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916424" y="4984537"/>
            <a:ext cx="2001520" cy="49847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41605" indent="-129539">
              <a:lnSpc>
                <a:spcPct val="100000"/>
              </a:lnSpc>
              <a:spcBef>
                <a:spcPts val="825"/>
              </a:spcBef>
              <a:buChar char="•"/>
              <a:tabLst>
                <a:tab pos="142240" algn="l"/>
              </a:tabLst>
            </a:pPr>
            <a:r>
              <a:rPr dirty="0" sz="1100" b="1">
                <a:solidFill>
                  <a:srgbClr val="2D7C31"/>
                </a:solidFill>
                <a:latin typeface="Noto Sans KR"/>
                <a:cs typeface="Noto Sans KR"/>
              </a:rPr>
              <a:t>계측</a:t>
            </a:r>
            <a:r>
              <a:rPr dirty="0" sz="1100" spc="55" b="1">
                <a:solidFill>
                  <a:srgbClr val="2D7C31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2D7C31"/>
                </a:solidFill>
                <a:latin typeface="Noto Sans KR"/>
                <a:cs typeface="Noto Sans KR"/>
              </a:rPr>
              <a:t>기반</a:t>
            </a:r>
            <a:r>
              <a:rPr dirty="0" sz="1100" spc="55" b="1">
                <a:solidFill>
                  <a:srgbClr val="2D7C31"/>
                </a:solidFill>
                <a:latin typeface="Noto Sans KR"/>
                <a:cs typeface="Noto Sans KR"/>
              </a:rPr>
              <a:t> </a:t>
            </a:r>
            <a:r>
              <a:rPr dirty="0" sz="1100" spc="-20" b="1">
                <a:solidFill>
                  <a:srgbClr val="2D7C31"/>
                </a:solidFill>
                <a:latin typeface="Noto Sans KR"/>
                <a:cs typeface="Noto Sans KR"/>
              </a:rPr>
              <a:t>안전관리</a:t>
            </a:r>
            <a:endParaRPr sz="1100">
              <a:latin typeface="Noto Sans KR"/>
              <a:cs typeface="Noto Sans KR"/>
            </a:endParaRPr>
          </a:p>
          <a:p>
            <a:pPr marL="155575">
              <a:lnSpc>
                <a:spcPct val="100000"/>
              </a:lnSpc>
              <a:spcBef>
                <a:spcPts val="595"/>
              </a:spcBef>
            </a:pP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침하,</a:t>
            </a:r>
            <a:r>
              <a:rPr dirty="0" sz="900" spc="4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변위,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기울기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등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실시간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계측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 spc="-25">
                <a:solidFill>
                  <a:srgbClr val="666666"/>
                </a:solidFill>
                <a:latin typeface="Noto Sans KR"/>
                <a:cs typeface="Noto Sans KR"/>
              </a:rPr>
              <a:t>수행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750234" y="5892815"/>
            <a:ext cx="9277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[계측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장비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활용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 spc="-25">
                <a:solidFill>
                  <a:srgbClr val="ACB5BC"/>
                </a:solidFill>
                <a:latin typeface="Noto Sans KR"/>
                <a:cs typeface="Noto Sans KR"/>
              </a:rPr>
              <a:t>사진]</a:t>
            </a:r>
            <a:endParaRPr sz="800">
              <a:latin typeface="Noto Sans KR"/>
              <a:cs typeface="Noto Sans KR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4504513" y="1652140"/>
            <a:ext cx="1683385" cy="98933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65"/>
              </a:spcBef>
            </a:pPr>
            <a:r>
              <a:rPr dirty="0" sz="2000" spc="-25" b="1">
                <a:solidFill>
                  <a:srgbClr val="FFFFFF"/>
                </a:solidFill>
                <a:latin typeface="Noto Sans KR"/>
                <a:cs typeface="Noto Sans KR"/>
              </a:rPr>
              <a:t>02</a:t>
            </a:r>
            <a:endParaRPr sz="2000">
              <a:latin typeface="Noto Sans KR"/>
              <a:cs typeface="Noto Sans KR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1300" b="1">
                <a:solidFill>
                  <a:srgbClr val="FFFFFF"/>
                </a:solidFill>
                <a:latin typeface="Noto Sans KR"/>
                <a:cs typeface="Noto Sans KR"/>
              </a:rPr>
              <a:t>부단수</a:t>
            </a:r>
            <a:r>
              <a:rPr dirty="0" sz="1300" spc="6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300" b="1">
                <a:solidFill>
                  <a:srgbClr val="FFFFFF"/>
                </a:solidFill>
                <a:latin typeface="Noto Sans KR"/>
                <a:cs typeface="Noto Sans KR"/>
              </a:rPr>
              <a:t>시공</a:t>
            </a:r>
            <a:r>
              <a:rPr dirty="0" sz="1300" spc="6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300" b="1">
                <a:solidFill>
                  <a:srgbClr val="FFFFFF"/>
                </a:solidFill>
                <a:latin typeface="Noto Sans KR"/>
                <a:cs typeface="Noto Sans KR"/>
              </a:rPr>
              <a:t>중</a:t>
            </a:r>
            <a:r>
              <a:rPr dirty="0" sz="1300" spc="6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Noto Sans KR"/>
                <a:cs typeface="Noto Sans KR"/>
              </a:rPr>
              <a:t>안전관리</a:t>
            </a:r>
            <a:endParaRPr sz="1300">
              <a:latin typeface="Noto Sans KR"/>
              <a:cs typeface="Noto Sans KR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실시간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대응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및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계측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기반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Noto Sans KR"/>
                <a:cs typeface="Noto Sans KR"/>
              </a:rPr>
              <a:t>관리</a:t>
            </a:r>
            <a:endParaRPr sz="1000">
              <a:latin typeface="Noto Sans KR"/>
              <a:cs typeface="Noto Sans KR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7048625" y="1629611"/>
            <a:ext cx="3119755" cy="5725795"/>
            <a:chOff x="7048625" y="1629611"/>
            <a:chExt cx="3119755" cy="5725795"/>
          </a:xfrm>
        </p:grpSpPr>
        <p:sp>
          <p:nvSpPr>
            <p:cNvPr id="31" name="object 31" descr=""/>
            <p:cNvSpPr/>
            <p:nvPr/>
          </p:nvSpPr>
          <p:spPr>
            <a:xfrm>
              <a:off x="7048625" y="1629611"/>
              <a:ext cx="3119755" cy="5725795"/>
            </a:xfrm>
            <a:custGeom>
              <a:avLst/>
              <a:gdLst/>
              <a:ahLst/>
              <a:cxnLst/>
              <a:rect l="l" t="t" r="r" b="b"/>
              <a:pathLst>
                <a:path w="3119754" h="5725795">
                  <a:moveTo>
                    <a:pt x="3024249" y="5725758"/>
                  </a:moveTo>
                  <a:lnTo>
                    <a:pt x="95249" y="5725758"/>
                  </a:lnTo>
                  <a:lnTo>
                    <a:pt x="58265" y="5718242"/>
                  </a:lnTo>
                  <a:lnTo>
                    <a:pt x="27979" y="5697778"/>
                  </a:lnTo>
                  <a:lnTo>
                    <a:pt x="7515" y="5667491"/>
                  </a:lnTo>
                  <a:lnTo>
                    <a:pt x="0" y="5630509"/>
                  </a:lnTo>
                  <a:lnTo>
                    <a:pt x="0" y="95247"/>
                  </a:lnTo>
                  <a:lnTo>
                    <a:pt x="7515" y="58265"/>
                  </a:lnTo>
                  <a:lnTo>
                    <a:pt x="27979" y="27979"/>
                  </a:lnTo>
                  <a:lnTo>
                    <a:pt x="58265" y="7515"/>
                  </a:lnTo>
                  <a:lnTo>
                    <a:pt x="95246" y="0"/>
                  </a:lnTo>
                  <a:lnTo>
                    <a:pt x="3024253" y="0"/>
                  </a:lnTo>
                  <a:lnTo>
                    <a:pt x="3061233" y="7515"/>
                  </a:lnTo>
                  <a:lnTo>
                    <a:pt x="3091520" y="27979"/>
                  </a:lnTo>
                  <a:lnTo>
                    <a:pt x="3111984" y="58265"/>
                  </a:lnTo>
                  <a:lnTo>
                    <a:pt x="3119499" y="95247"/>
                  </a:lnTo>
                  <a:lnTo>
                    <a:pt x="3119499" y="5630509"/>
                  </a:lnTo>
                  <a:lnTo>
                    <a:pt x="3111984" y="5667491"/>
                  </a:lnTo>
                  <a:lnTo>
                    <a:pt x="3091520" y="5697778"/>
                  </a:lnTo>
                  <a:lnTo>
                    <a:pt x="3061233" y="5718242"/>
                  </a:lnTo>
                  <a:lnTo>
                    <a:pt x="3024249" y="5725758"/>
                  </a:lnTo>
                  <a:close/>
                </a:path>
              </a:pathLst>
            </a:custGeom>
            <a:solidFill>
              <a:srgbClr val="F7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048625" y="1629611"/>
              <a:ext cx="3119755" cy="1153160"/>
            </a:xfrm>
            <a:custGeom>
              <a:avLst/>
              <a:gdLst/>
              <a:ahLst/>
              <a:cxnLst/>
              <a:rect l="l" t="t" r="r" b="b"/>
              <a:pathLst>
                <a:path w="3119754" h="1153160">
                  <a:moveTo>
                    <a:pt x="3119499" y="1152691"/>
                  </a:moveTo>
                  <a:lnTo>
                    <a:pt x="0" y="1152691"/>
                  </a:lnTo>
                  <a:lnTo>
                    <a:pt x="0" y="95247"/>
                  </a:lnTo>
                  <a:lnTo>
                    <a:pt x="7515" y="58265"/>
                  </a:lnTo>
                  <a:lnTo>
                    <a:pt x="27979" y="27979"/>
                  </a:lnTo>
                  <a:lnTo>
                    <a:pt x="58266" y="7515"/>
                  </a:lnTo>
                  <a:lnTo>
                    <a:pt x="95246" y="0"/>
                  </a:lnTo>
                  <a:lnTo>
                    <a:pt x="3024253" y="0"/>
                  </a:lnTo>
                  <a:lnTo>
                    <a:pt x="3061233" y="7515"/>
                  </a:lnTo>
                  <a:lnTo>
                    <a:pt x="3091520" y="27979"/>
                  </a:lnTo>
                  <a:lnTo>
                    <a:pt x="3111984" y="58265"/>
                  </a:lnTo>
                  <a:lnTo>
                    <a:pt x="3119499" y="95247"/>
                  </a:lnTo>
                  <a:lnTo>
                    <a:pt x="3119499" y="1152691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191500" y="3430359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2521799" y="781049"/>
                  </a:moveTo>
                  <a:lnTo>
                    <a:pt x="47624" y="781049"/>
                  </a:lnTo>
                  <a:lnTo>
                    <a:pt x="29132" y="777291"/>
                  </a:lnTo>
                  <a:lnTo>
                    <a:pt x="13989" y="767059"/>
                  </a:lnTo>
                  <a:lnTo>
                    <a:pt x="3757" y="751916"/>
                  </a:lnTo>
                  <a:lnTo>
                    <a:pt x="0" y="733425"/>
                  </a:lnTo>
                  <a:lnTo>
                    <a:pt x="0" y="47622"/>
                  </a:lnTo>
                  <a:lnTo>
                    <a:pt x="3757" y="29132"/>
                  </a:lnTo>
                  <a:lnTo>
                    <a:pt x="13989" y="13989"/>
                  </a:lnTo>
                  <a:lnTo>
                    <a:pt x="29132" y="3757"/>
                  </a:lnTo>
                  <a:lnTo>
                    <a:pt x="47621" y="0"/>
                  </a:lnTo>
                  <a:lnTo>
                    <a:pt x="2521802" y="0"/>
                  </a:lnTo>
                  <a:lnTo>
                    <a:pt x="2540291" y="3757"/>
                  </a:lnTo>
                  <a:lnTo>
                    <a:pt x="2555435" y="13989"/>
                  </a:lnTo>
                  <a:lnTo>
                    <a:pt x="2565666" y="29132"/>
                  </a:lnTo>
                  <a:lnTo>
                    <a:pt x="2569424" y="47622"/>
                  </a:lnTo>
                  <a:lnTo>
                    <a:pt x="2569424" y="733425"/>
                  </a:lnTo>
                  <a:lnTo>
                    <a:pt x="2565666" y="751916"/>
                  </a:lnTo>
                  <a:lnTo>
                    <a:pt x="2555435" y="767059"/>
                  </a:lnTo>
                  <a:lnTo>
                    <a:pt x="2540291" y="777291"/>
                  </a:lnTo>
                  <a:lnTo>
                    <a:pt x="2521799" y="781049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191489" y="3430366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9525" y="694677"/>
                  </a:moveTo>
                  <a:lnTo>
                    <a:pt x="0" y="694677"/>
                  </a:lnTo>
                  <a:lnTo>
                    <a:pt x="0" y="723633"/>
                  </a:lnTo>
                  <a:lnTo>
                    <a:pt x="9525" y="723633"/>
                  </a:lnTo>
                  <a:lnTo>
                    <a:pt x="9525" y="694677"/>
                  </a:lnTo>
                  <a:close/>
                </a:path>
                <a:path w="2569845" h="781050">
                  <a:moveTo>
                    <a:pt x="9525" y="636739"/>
                  </a:moveTo>
                  <a:lnTo>
                    <a:pt x="0" y="636739"/>
                  </a:lnTo>
                  <a:lnTo>
                    <a:pt x="0" y="665708"/>
                  </a:lnTo>
                  <a:lnTo>
                    <a:pt x="9525" y="665708"/>
                  </a:lnTo>
                  <a:lnTo>
                    <a:pt x="9525" y="636739"/>
                  </a:lnTo>
                  <a:close/>
                </a:path>
                <a:path w="2569845" h="781050">
                  <a:moveTo>
                    <a:pt x="9525" y="578802"/>
                  </a:moveTo>
                  <a:lnTo>
                    <a:pt x="0" y="578802"/>
                  </a:lnTo>
                  <a:lnTo>
                    <a:pt x="0" y="607771"/>
                  </a:lnTo>
                  <a:lnTo>
                    <a:pt x="9525" y="607771"/>
                  </a:lnTo>
                  <a:lnTo>
                    <a:pt x="9525" y="578802"/>
                  </a:lnTo>
                  <a:close/>
                </a:path>
                <a:path w="2569845" h="781050">
                  <a:moveTo>
                    <a:pt x="9525" y="520877"/>
                  </a:moveTo>
                  <a:lnTo>
                    <a:pt x="0" y="520877"/>
                  </a:lnTo>
                  <a:lnTo>
                    <a:pt x="0" y="549833"/>
                  </a:lnTo>
                  <a:lnTo>
                    <a:pt x="9525" y="549833"/>
                  </a:lnTo>
                  <a:lnTo>
                    <a:pt x="9525" y="520877"/>
                  </a:lnTo>
                  <a:close/>
                </a:path>
                <a:path w="2569845" h="781050">
                  <a:moveTo>
                    <a:pt x="9525" y="462940"/>
                  </a:moveTo>
                  <a:lnTo>
                    <a:pt x="0" y="462940"/>
                  </a:lnTo>
                  <a:lnTo>
                    <a:pt x="0" y="491909"/>
                  </a:lnTo>
                  <a:lnTo>
                    <a:pt x="9525" y="491909"/>
                  </a:lnTo>
                  <a:lnTo>
                    <a:pt x="9525" y="462940"/>
                  </a:lnTo>
                  <a:close/>
                </a:path>
                <a:path w="2569845" h="781050">
                  <a:moveTo>
                    <a:pt x="9525" y="405003"/>
                  </a:moveTo>
                  <a:lnTo>
                    <a:pt x="0" y="405003"/>
                  </a:lnTo>
                  <a:lnTo>
                    <a:pt x="0" y="433971"/>
                  </a:lnTo>
                  <a:lnTo>
                    <a:pt x="9525" y="433971"/>
                  </a:lnTo>
                  <a:lnTo>
                    <a:pt x="9525" y="405003"/>
                  </a:lnTo>
                  <a:close/>
                </a:path>
                <a:path w="2569845" h="781050">
                  <a:moveTo>
                    <a:pt x="9525" y="347078"/>
                  </a:moveTo>
                  <a:lnTo>
                    <a:pt x="0" y="347078"/>
                  </a:lnTo>
                  <a:lnTo>
                    <a:pt x="0" y="376047"/>
                  </a:lnTo>
                  <a:lnTo>
                    <a:pt x="9525" y="376047"/>
                  </a:lnTo>
                  <a:lnTo>
                    <a:pt x="9525" y="347078"/>
                  </a:lnTo>
                  <a:close/>
                </a:path>
                <a:path w="2569845" h="781050">
                  <a:moveTo>
                    <a:pt x="9525" y="289140"/>
                  </a:moveTo>
                  <a:lnTo>
                    <a:pt x="0" y="289140"/>
                  </a:lnTo>
                  <a:lnTo>
                    <a:pt x="0" y="318109"/>
                  </a:lnTo>
                  <a:lnTo>
                    <a:pt x="9525" y="318109"/>
                  </a:lnTo>
                  <a:lnTo>
                    <a:pt x="9525" y="289140"/>
                  </a:lnTo>
                  <a:close/>
                </a:path>
                <a:path w="2569845" h="781050">
                  <a:moveTo>
                    <a:pt x="9525" y="231203"/>
                  </a:moveTo>
                  <a:lnTo>
                    <a:pt x="0" y="231203"/>
                  </a:lnTo>
                  <a:lnTo>
                    <a:pt x="0" y="260172"/>
                  </a:lnTo>
                  <a:lnTo>
                    <a:pt x="9525" y="260172"/>
                  </a:lnTo>
                  <a:lnTo>
                    <a:pt x="9525" y="231203"/>
                  </a:lnTo>
                  <a:close/>
                </a:path>
                <a:path w="2569845" h="781050">
                  <a:moveTo>
                    <a:pt x="9525" y="173278"/>
                  </a:moveTo>
                  <a:lnTo>
                    <a:pt x="0" y="173278"/>
                  </a:lnTo>
                  <a:lnTo>
                    <a:pt x="0" y="202247"/>
                  </a:lnTo>
                  <a:lnTo>
                    <a:pt x="9525" y="202247"/>
                  </a:lnTo>
                  <a:lnTo>
                    <a:pt x="9525" y="173278"/>
                  </a:lnTo>
                  <a:close/>
                </a:path>
                <a:path w="2569845" h="781050">
                  <a:moveTo>
                    <a:pt x="9525" y="115341"/>
                  </a:moveTo>
                  <a:lnTo>
                    <a:pt x="0" y="115341"/>
                  </a:lnTo>
                  <a:lnTo>
                    <a:pt x="0" y="144310"/>
                  </a:lnTo>
                  <a:lnTo>
                    <a:pt x="9525" y="144310"/>
                  </a:lnTo>
                  <a:lnTo>
                    <a:pt x="9525" y="115341"/>
                  </a:lnTo>
                  <a:close/>
                </a:path>
                <a:path w="2569845" h="781050">
                  <a:moveTo>
                    <a:pt x="9525" y="57404"/>
                  </a:moveTo>
                  <a:lnTo>
                    <a:pt x="0" y="57404"/>
                  </a:lnTo>
                  <a:lnTo>
                    <a:pt x="0" y="86372"/>
                  </a:lnTo>
                  <a:lnTo>
                    <a:pt x="9525" y="86372"/>
                  </a:lnTo>
                  <a:lnTo>
                    <a:pt x="9525" y="57404"/>
                  </a:lnTo>
                  <a:close/>
                </a:path>
                <a:path w="2569845" h="781050">
                  <a:moveTo>
                    <a:pt x="31013" y="13754"/>
                  </a:moveTo>
                  <a:lnTo>
                    <a:pt x="26873" y="5295"/>
                  </a:lnTo>
                  <a:lnTo>
                    <a:pt x="13995" y="13995"/>
                  </a:lnTo>
                  <a:lnTo>
                    <a:pt x="5067" y="27203"/>
                  </a:lnTo>
                  <a:lnTo>
                    <a:pt x="13576" y="31280"/>
                  </a:lnTo>
                  <a:lnTo>
                    <a:pt x="20726" y="20713"/>
                  </a:lnTo>
                  <a:lnTo>
                    <a:pt x="31013" y="13754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20726" y="760222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31013" y="767207"/>
                  </a:lnTo>
                  <a:lnTo>
                    <a:pt x="20739" y="760234"/>
                  </a:lnTo>
                  <a:lnTo>
                    <a:pt x="13576" y="749769"/>
                  </a:lnTo>
                  <a:lnTo>
                    <a:pt x="5067" y="753846"/>
                  </a:lnTo>
                  <a:lnTo>
                    <a:pt x="13995" y="767054"/>
                  </a:lnTo>
                  <a:lnTo>
                    <a:pt x="26873" y="775716"/>
                  </a:lnTo>
                  <a:lnTo>
                    <a:pt x="31038" y="767207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84569" y="771525"/>
                  </a:moveTo>
                  <a:lnTo>
                    <a:pt x="56324" y="771525"/>
                  </a:lnTo>
                  <a:lnTo>
                    <a:pt x="56324" y="781050"/>
                  </a:lnTo>
                  <a:lnTo>
                    <a:pt x="84569" y="781050"/>
                  </a:lnTo>
                  <a:lnTo>
                    <a:pt x="84569" y="771525"/>
                  </a:lnTo>
                  <a:close/>
                </a:path>
                <a:path w="2569845" h="781050">
                  <a:moveTo>
                    <a:pt x="84569" y="0"/>
                  </a:moveTo>
                  <a:lnTo>
                    <a:pt x="56324" y="0"/>
                  </a:lnTo>
                  <a:lnTo>
                    <a:pt x="56324" y="9525"/>
                  </a:lnTo>
                  <a:lnTo>
                    <a:pt x="84569" y="9525"/>
                  </a:lnTo>
                  <a:lnTo>
                    <a:pt x="84569" y="0"/>
                  </a:lnTo>
                  <a:close/>
                </a:path>
                <a:path w="2569845" h="781050">
                  <a:moveTo>
                    <a:pt x="141046" y="771525"/>
                  </a:moveTo>
                  <a:lnTo>
                    <a:pt x="112801" y="771525"/>
                  </a:lnTo>
                  <a:lnTo>
                    <a:pt x="112801" y="781050"/>
                  </a:lnTo>
                  <a:lnTo>
                    <a:pt x="141046" y="781050"/>
                  </a:lnTo>
                  <a:lnTo>
                    <a:pt x="141046" y="771525"/>
                  </a:lnTo>
                  <a:close/>
                </a:path>
                <a:path w="2569845" h="781050">
                  <a:moveTo>
                    <a:pt x="141046" y="0"/>
                  </a:moveTo>
                  <a:lnTo>
                    <a:pt x="112801" y="0"/>
                  </a:lnTo>
                  <a:lnTo>
                    <a:pt x="112801" y="9525"/>
                  </a:lnTo>
                  <a:lnTo>
                    <a:pt x="141046" y="9525"/>
                  </a:lnTo>
                  <a:lnTo>
                    <a:pt x="141046" y="0"/>
                  </a:lnTo>
                  <a:close/>
                </a:path>
                <a:path w="2569845" h="781050">
                  <a:moveTo>
                    <a:pt x="197523" y="771525"/>
                  </a:moveTo>
                  <a:lnTo>
                    <a:pt x="169278" y="771525"/>
                  </a:lnTo>
                  <a:lnTo>
                    <a:pt x="169278" y="781050"/>
                  </a:lnTo>
                  <a:lnTo>
                    <a:pt x="197523" y="781050"/>
                  </a:lnTo>
                  <a:lnTo>
                    <a:pt x="197523" y="771525"/>
                  </a:lnTo>
                  <a:close/>
                </a:path>
                <a:path w="2569845" h="781050">
                  <a:moveTo>
                    <a:pt x="197523" y="0"/>
                  </a:moveTo>
                  <a:lnTo>
                    <a:pt x="169278" y="0"/>
                  </a:lnTo>
                  <a:lnTo>
                    <a:pt x="169278" y="9525"/>
                  </a:lnTo>
                  <a:lnTo>
                    <a:pt x="197523" y="9525"/>
                  </a:lnTo>
                  <a:lnTo>
                    <a:pt x="197523" y="0"/>
                  </a:lnTo>
                  <a:close/>
                </a:path>
                <a:path w="2569845" h="781050">
                  <a:moveTo>
                    <a:pt x="254000" y="771525"/>
                  </a:moveTo>
                  <a:lnTo>
                    <a:pt x="225755" y="771525"/>
                  </a:lnTo>
                  <a:lnTo>
                    <a:pt x="225755" y="781050"/>
                  </a:lnTo>
                  <a:lnTo>
                    <a:pt x="254000" y="781050"/>
                  </a:lnTo>
                  <a:lnTo>
                    <a:pt x="254000" y="771525"/>
                  </a:lnTo>
                  <a:close/>
                </a:path>
                <a:path w="2569845" h="781050">
                  <a:moveTo>
                    <a:pt x="254000" y="0"/>
                  </a:moveTo>
                  <a:lnTo>
                    <a:pt x="225755" y="0"/>
                  </a:lnTo>
                  <a:lnTo>
                    <a:pt x="225755" y="9525"/>
                  </a:lnTo>
                  <a:lnTo>
                    <a:pt x="254000" y="9525"/>
                  </a:lnTo>
                  <a:lnTo>
                    <a:pt x="254000" y="0"/>
                  </a:lnTo>
                  <a:close/>
                </a:path>
                <a:path w="2569845" h="781050">
                  <a:moveTo>
                    <a:pt x="310476" y="771525"/>
                  </a:moveTo>
                  <a:lnTo>
                    <a:pt x="282232" y="771525"/>
                  </a:lnTo>
                  <a:lnTo>
                    <a:pt x="282232" y="781050"/>
                  </a:lnTo>
                  <a:lnTo>
                    <a:pt x="310476" y="781050"/>
                  </a:lnTo>
                  <a:lnTo>
                    <a:pt x="310476" y="771525"/>
                  </a:lnTo>
                  <a:close/>
                </a:path>
                <a:path w="2569845" h="781050">
                  <a:moveTo>
                    <a:pt x="310476" y="0"/>
                  </a:moveTo>
                  <a:lnTo>
                    <a:pt x="282232" y="0"/>
                  </a:lnTo>
                  <a:lnTo>
                    <a:pt x="282232" y="9525"/>
                  </a:lnTo>
                  <a:lnTo>
                    <a:pt x="310476" y="9525"/>
                  </a:lnTo>
                  <a:lnTo>
                    <a:pt x="310476" y="0"/>
                  </a:lnTo>
                  <a:close/>
                </a:path>
                <a:path w="2569845" h="781050">
                  <a:moveTo>
                    <a:pt x="366953" y="771525"/>
                  </a:moveTo>
                  <a:lnTo>
                    <a:pt x="338709" y="771525"/>
                  </a:lnTo>
                  <a:lnTo>
                    <a:pt x="338709" y="781050"/>
                  </a:lnTo>
                  <a:lnTo>
                    <a:pt x="366953" y="781050"/>
                  </a:lnTo>
                  <a:lnTo>
                    <a:pt x="366953" y="771525"/>
                  </a:lnTo>
                  <a:close/>
                </a:path>
                <a:path w="2569845" h="781050">
                  <a:moveTo>
                    <a:pt x="366953" y="0"/>
                  </a:moveTo>
                  <a:lnTo>
                    <a:pt x="338709" y="0"/>
                  </a:lnTo>
                  <a:lnTo>
                    <a:pt x="338709" y="9525"/>
                  </a:lnTo>
                  <a:lnTo>
                    <a:pt x="366953" y="9525"/>
                  </a:lnTo>
                  <a:lnTo>
                    <a:pt x="366953" y="0"/>
                  </a:lnTo>
                  <a:close/>
                </a:path>
                <a:path w="2569845" h="781050">
                  <a:moveTo>
                    <a:pt x="423430" y="771525"/>
                  </a:moveTo>
                  <a:lnTo>
                    <a:pt x="395185" y="771525"/>
                  </a:lnTo>
                  <a:lnTo>
                    <a:pt x="395185" y="781050"/>
                  </a:lnTo>
                  <a:lnTo>
                    <a:pt x="423430" y="781050"/>
                  </a:lnTo>
                  <a:lnTo>
                    <a:pt x="423430" y="771525"/>
                  </a:lnTo>
                  <a:close/>
                </a:path>
                <a:path w="2569845" h="781050">
                  <a:moveTo>
                    <a:pt x="423430" y="0"/>
                  </a:moveTo>
                  <a:lnTo>
                    <a:pt x="395185" y="0"/>
                  </a:lnTo>
                  <a:lnTo>
                    <a:pt x="395185" y="9525"/>
                  </a:lnTo>
                  <a:lnTo>
                    <a:pt x="423430" y="9525"/>
                  </a:lnTo>
                  <a:lnTo>
                    <a:pt x="423430" y="0"/>
                  </a:lnTo>
                  <a:close/>
                </a:path>
                <a:path w="2569845" h="781050">
                  <a:moveTo>
                    <a:pt x="479907" y="771525"/>
                  </a:moveTo>
                  <a:lnTo>
                    <a:pt x="451662" y="771525"/>
                  </a:lnTo>
                  <a:lnTo>
                    <a:pt x="451662" y="781050"/>
                  </a:lnTo>
                  <a:lnTo>
                    <a:pt x="479907" y="781050"/>
                  </a:lnTo>
                  <a:lnTo>
                    <a:pt x="479907" y="771525"/>
                  </a:lnTo>
                  <a:close/>
                </a:path>
                <a:path w="2569845" h="781050">
                  <a:moveTo>
                    <a:pt x="479907" y="0"/>
                  </a:moveTo>
                  <a:lnTo>
                    <a:pt x="451662" y="0"/>
                  </a:lnTo>
                  <a:lnTo>
                    <a:pt x="451662" y="9525"/>
                  </a:lnTo>
                  <a:lnTo>
                    <a:pt x="479907" y="9525"/>
                  </a:lnTo>
                  <a:lnTo>
                    <a:pt x="479907" y="0"/>
                  </a:lnTo>
                  <a:close/>
                </a:path>
                <a:path w="2569845" h="781050">
                  <a:moveTo>
                    <a:pt x="536384" y="771525"/>
                  </a:moveTo>
                  <a:lnTo>
                    <a:pt x="508152" y="771525"/>
                  </a:lnTo>
                  <a:lnTo>
                    <a:pt x="508152" y="781050"/>
                  </a:lnTo>
                  <a:lnTo>
                    <a:pt x="536384" y="781050"/>
                  </a:lnTo>
                  <a:lnTo>
                    <a:pt x="536384" y="771525"/>
                  </a:lnTo>
                  <a:close/>
                </a:path>
                <a:path w="2569845" h="781050">
                  <a:moveTo>
                    <a:pt x="536384" y="0"/>
                  </a:moveTo>
                  <a:lnTo>
                    <a:pt x="508152" y="0"/>
                  </a:lnTo>
                  <a:lnTo>
                    <a:pt x="508152" y="9525"/>
                  </a:lnTo>
                  <a:lnTo>
                    <a:pt x="536384" y="9525"/>
                  </a:lnTo>
                  <a:lnTo>
                    <a:pt x="536384" y="0"/>
                  </a:lnTo>
                  <a:close/>
                </a:path>
                <a:path w="2569845" h="781050">
                  <a:moveTo>
                    <a:pt x="592861" y="771525"/>
                  </a:moveTo>
                  <a:lnTo>
                    <a:pt x="564629" y="771525"/>
                  </a:lnTo>
                  <a:lnTo>
                    <a:pt x="564629" y="781050"/>
                  </a:lnTo>
                  <a:lnTo>
                    <a:pt x="592861" y="781050"/>
                  </a:lnTo>
                  <a:lnTo>
                    <a:pt x="592861" y="771525"/>
                  </a:lnTo>
                  <a:close/>
                </a:path>
                <a:path w="2569845" h="781050">
                  <a:moveTo>
                    <a:pt x="592861" y="0"/>
                  </a:moveTo>
                  <a:lnTo>
                    <a:pt x="564629" y="0"/>
                  </a:lnTo>
                  <a:lnTo>
                    <a:pt x="564629" y="9525"/>
                  </a:lnTo>
                  <a:lnTo>
                    <a:pt x="592861" y="9525"/>
                  </a:lnTo>
                  <a:lnTo>
                    <a:pt x="592861" y="0"/>
                  </a:lnTo>
                  <a:close/>
                </a:path>
                <a:path w="2569845" h="781050">
                  <a:moveTo>
                    <a:pt x="649338" y="771525"/>
                  </a:moveTo>
                  <a:lnTo>
                    <a:pt x="621106" y="771525"/>
                  </a:lnTo>
                  <a:lnTo>
                    <a:pt x="621106" y="781050"/>
                  </a:lnTo>
                  <a:lnTo>
                    <a:pt x="649338" y="781050"/>
                  </a:lnTo>
                  <a:lnTo>
                    <a:pt x="649338" y="771525"/>
                  </a:lnTo>
                  <a:close/>
                </a:path>
                <a:path w="2569845" h="781050">
                  <a:moveTo>
                    <a:pt x="649338" y="0"/>
                  </a:moveTo>
                  <a:lnTo>
                    <a:pt x="621106" y="0"/>
                  </a:lnTo>
                  <a:lnTo>
                    <a:pt x="621106" y="9525"/>
                  </a:lnTo>
                  <a:lnTo>
                    <a:pt x="649338" y="9525"/>
                  </a:lnTo>
                  <a:lnTo>
                    <a:pt x="649338" y="0"/>
                  </a:lnTo>
                  <a:close/>
                </a:path>
                <a:path w="2569845" h="781050">
                  <a:moveTo>
                    <a:pt x="705815" y="771525"/>
                  </a:moveTo>
                  <a:lnTo>
                    <a:pt x="677583" y="771525"/>
                  </a:lnTo>
                  <a:lnTo>
                    <a:pt x="677583" y="781050"/>
                  </a:lnTo>
                  <a:lnTo>
                    <a:pt x="705815" y="781050"/>
                  </a:lnTo>
                  <a:lnTo>
                    <a:pt x="705815" y="771525"/>
                  </a:lnTo>
                  <a:close/>
                </a:path>
                <a:path w="2569845" h="781050">
                  <a:moveTo>
                    <a:pt x="705815" y="0"/>
                  </a:moveTo>
                  <a:lnTo>
                    <a:pt x="677583" y="0"/>
                  </a:lnTo>
                  <a:lnTo>
                    <a:pt x="677583" y="9525"/>
                  </a:lnTo>
                  <a:lnTo>
                    <a:pt x="705815" y="9525"/>
                  </a:lnTo>
                  <a:lnTo>
                    <a:pt x="705815" y="0"/>
                  </a:lnTo>
                  <a:close/>
                </a:path>
                <a:path w="2569845" h="781050">
                  <a:moveTo>
                    <a:pt x="762292" y="771525"/>
                  </a:moveTo>
                  <a:lnTo>
                    <a:pt x="734060" y="771525"/>
                  </a:lnTo>
                  <a:lnTo>
                    <a:pt x="734060" y="781050"/>
                  </a:lnTo>
                  <a:lnTo>
                    <a:pt x="762292" y="781050"/>
                  </a:lnTo>
                  <a:lnTo>
                    <a:pt x="762292" y="771525"/>
                  </a:lnTo>
                  <a:close/>
                </a:path>
                <a:path w="2569845" h="781050">
                  <a:moveTo>
                    <a:pt x="762292" y="0"/>
                  </a:moveTo>
                  <a:lnTo>
                    <a:pt x="734060" y="0"/>
                  </a:lnTo>
                  <a:lnTo>
                    <a:pt x="734060" y="9525"/>
                  </a:lnTo>
                  <a:lnTo>
                    <a:pt x="762292" y="9525"/>
                  </a:lnTo>
                  <a:lnTo>
                    <a:pt x="762292" y="0"/>
                  </a:lnTo>
                  <a:close/>
                </a:path>
                <a:path w="2569845" h="781050">
                  <a:moveTo>
                    <a:pt x="818769" y="771525"/>
                  </a:moveTo>
                  <a:lnTo>
                    <a:pt x="790536" y="771525"/>
                  </a:lnTo>
                  <a:lnTo>
                    <a:pt x="790536" y="781050"/>
                  </a:lnTo>
                  <a:lnTo>
                    <a:pt x="818769" y="781050"/>
                  </a:lnTo>
                  <a:lnTo>
                    <a:pt x="818769" y="771525"/>
                  </a:lnTo>
                  <a:close/>
                </a:path>
                <a:path w="2569845" h="781050">
                  <a:moveTo>
                    <a:pt x="818769" y="0"/>
                  </a:moveTo>
                  <a:lnTo>
                    <a:pt x="790536" y="0"/>
                  </a:lnTo>
                  <a:lnTo>
                    <a:pt x="790536" y="9525"/>
                  </a:lnTo>
                  <a:lnTo>
                    <a:pt x="818769" y="9525"/>
                  </a:lnTo>
                  <a:lnTo>
                    <a:pt x="818769" y="0"/>
                  </a:lnTo>
                  <a:close/>
                </a:path>
                <a:path w="2569845" h="781050">
                  <a:moveTo>
                    <a:pt x="875258" y="771525"/>
                  </a:moveTo>
                  <a:lnTo>
                    <a:pt x="847013" y="771525"/>
                  </a:lnTo>
                  <a:lnTo>
                    <a:pt x="847013" y="781050"/>
                  </a:lnTo>
                  <a:lnTo>
                    <a:pt x="875258" y="781050"/>
                  </a:lnTo>
                  <a:lnTo>
                    <a:pt x="875258" y="771525"/>
                  </a:lnTo>
                  <a:close/>
                </a:path>
                <a:path w="2569845" h="781050">
                  <a:moveTo>
                    <a:pt x="875258" y="0"/>
                  </a:moveTo>
                  <a:lnTo>
                    <a:pt x="847013" y="0"/>
                  </a:lnTo>
                  <a:lnTo>
                    <a:pt x="847013" y="9525"/>
                  </a:lnTo>
                  <a:lnTo>
                    <a:pt x="875258" y="9525"/>
                  </a:lnTo>
                  <a:lnTo>
                    <a:pt x="875258" y="0"/>
                  </a:lnTo>
                  <a:close/>
                </a:path>
                <a:path w="2569845" h="781050">
                  <a:moveTo>
                    <a:pt x="931735" y="771525"/>
                  </a:moveTo>
                  <a:lnTo>
                    <a:pt x="903490" y="771525"/>
                  </a:lnTo>
                  <a:lnTo>
                    <a:pt x="903490" y="781050"/>
                  </a:lnTo>
                  <a:lnTo>
                    <a:pt x="931735" y="781050"/>
                  </a:lnTo>
                  <a:lnTo>
                    <a:pt x="931735" y="771525"/>
                  </a:lnTo>
                  <a:close/>
                </a:path>
                <a:path w="2569845" h="781050">
                  <a:moveTo>
                    <a:pt x="931735" y="0"/>
                  </a:moveTo>
                  <a:lnTo>
                    <a:pt x="903490" y="0"/>
                  </a:lnTo>
                  <a:lnTo>
                    <a:pt x="903490" y="9525"/>
                  </a:lnTo>
                  <a:lnTo>
                    <a:pt x="931735" y="9525"/>
                  </a:lnTo>
                  <a:lnTo>
                    <a:pt x="931735" y="0"/>
                  </a:lnTo>
                  <a:close/>
                </a:path>
                <a:path w="2569845" h="781050">
                  <a:moveTo>
                    <a:pt x="988212" y="771525"/>
                  </a:moveTo>
                  <a:lnTo>
                    <a:pt x="959967" y="771525"/>
                  </a:lnTo>
                  <a:lnTo>
                    <a:pt x="959967" y="781050"/>
                  </a:lnTo>
                  <a:lnTo>
                    <a:pt x="988212" y="781050"/>
                  </a:lnTo>
                  <a:lnTo>
                    <a:pt x="988212" y="771525"/>
                  </a:lnTo>
                  <a:close/>
                </a:path>
                <a:path w="2569845" h="781050">
                  <a:moveTo>
                    <a:pt x="988212" y="0"/>
                  </a:moveTo>
                  <a:lnTo>
                    <a:pt x="959967" y="0"/>
                  </a:lnTo>
                  <a:lnTo>
                    <a:pt x="959967" y="9525"/>
                  </a:lnTo>
                  <a:lnTo>
                    <a:pt x="988212" y="9525"/>
                  </a:lnTo>
                  <a:lnTo>
                    <a:pt x="988212" y="0"/>
                  </a:lnTo>
                  <a:close/>
                </a:path>
                <a:path w="2569845" h="781050">
                  <a:moveTo>
                    <a:pt x="1044689" y="771525"/>
                  </a:moveTo>
                  <a:lnTo>
                    <a:pt x="1016444" y="771525"/>
                  </a:lnTo>
                  <a:lnTo>
                    <a:pt x="1016444" y="781050"/>
                  </a:lnTo>
                  <a:lnTo>
                    <a:pt x="1044689" y="781050"/>
                  </a:lnTo>
                  <a:lnTo>
                    <a:pt x="1044689" y="771525"/>
                  </a:lnTo>
                  <a:close/>
                </a:path>
                <a:path w="2569845" h="781050">
                  <a:moveTo>
                    <a:pt x="1044689" y="0"/>
                  </a:moveTo>
                  <a:lnTo>
                    <a:pt x="1016444" y="0"/>
                  </a:lnTo>
                  <a:lnTo>
                    <a:pt x="1016444" y="9525"/>
                  </a:lnTo>
                  <a:lnTo>
                    <a:pt x="1044689" y="9525"/>
                  </a:lnTo>
                  <a:lnTo>
                    <a:pt x="1044689" y="0"/>
                  </a:lnTo>
                  <a:close/>
                </a:path>
                <a:path w="2569845" h="781050">
                  <a:moveTo>
                    <a:pt x="1101166" y="771525"/>
                  </a:moveTo>
                  <a:lnTo>
                    <a:pt x="1072921" y="771525"/>
                  </a:lnTo>
                  <a:lnTo>
                    <a:pt x="1072921" y="781050"/>
                  </a:lnTo>
                  <a:lnTo>
                    <a:pt x="1101166" y="781050"/>
                  </a:lnTo>
                  <a:lnTo>
                    <a:pt x="1101166" y="771525"/>
                  </a:lnTo>
                  <a:close/>
                </a:path>
                <a:path w="2569845" h="781050">
                  <a:moveTo>
                    <a:pt x="1101166" y="0"/>
                  </a:moveTo>
                  <a:lnTo>
                    <a:pt x="1072921" y="0"/>
                  </a:lnTo>
                  <a:lnTo>
                    <a:pt x="1072921" y="9525"/>
                  </a:lnTo>
                  <a:lnTo>
                    <a:pt x="1101166" y="9525"/>
                  </a:lnTo>
                  <a:lnTo>
                    <a:pt x="1101166" y="0"/>
                  </a:lnTo>
                  <a:close/>
                </a:path>
                <a:path w="2569845" h="781050">
                  <a:moveTo>
                    <a:pt x="1157643" y="771525"/>
                  </a:moveTo>
                  <a:lnTo>
                    <a:pt x="1129398" y="771525"/>
                  </a:lnTo>
                  <a:lnTo>
                    <a:pt x="1129398" y="781050"/>
                  </a:lnTo>
                  <a:lnTo>
                    <a:pt x="1157643" y="781050"/>
                  </a:lnTo>
                  <a:lnTo>
                    <a:pt x="1157643" y="771525"/>
                  </a:lnTo>
                  <a:close/>
                </a:path>
                <a:path w="2569845" h="781050">
                  <a:moveTo>
                    <a:pt x="1157643" y="0"/>
                  </a:moveTo>
                  <a:lnTo>
                    <a:pt x="1129398" y="0"/>
                  </a:lnTo>
                  <a:lnTo>
                    <a:pt x="1129398" y="9525"/>
                  </a:lnTo>
                  <a:lnTo>
                    <a:pt x="1157643" y="9525"/>
                  </a:lnTo>
                  <a:lnTo>
                    <a:pt x="1157643" y="0"/>
                  </a:lnTo>
                  <a:close/>
                </a:path>
                <a:path w="2569845" h="781050">
                  <a:moveTo>
                    <a:pt x="1214120" y="771525"/>
                  </a:moveTo>
                  <a:lnTo>
                    <a:pt x="1185875" y="771525"/>
                  </a:lnTo>
                  <a:lnTo>
                    <a:pt x="1185875" y="781050"/>
                  </a:lnTo>
                  <a:lnTo>
                    <a:pt x="1214120" y="781050"/>
                  </a:lnTo>
                  <a:lnTo>
                    <a:pt x="1214120" y="771525"/>
                  </a:lnTo>
                  <a:close/>
                </a:path>
                <a:path w="2569845" h="781050">
                  <a:moveTo>
                    <a:pt x="1214120" y="0"/>
                  </a:moveTo>
                  <a:lnTo>
                    <a:pt x="1185875" y="0"/>
                  </a:lnTo>
                  <a:lnTo>
                    <a:pt x="1185875" y="9525"/>
                  </a:lnTo>
                  <a:lnTo>
                    <a:pt x="1214120" y="9525"/>
                  </a:lnTo>
                  <a:lnTo>
                    <a:pt x="1214120" y="0"/>
                  </a:lnTo>
                  <a:close/>
                </a:path>
                <a:path w="2569845" h="781050">
                  <a:moveTo>
                    <a:pt x="1270596" y="771525"/>
                  </a:moveTo>
                  <a:lnTo>
                    <a:pt x="1242364" y="771525"/>
                  </a:lnTo>
                  <a:lnTo>
                    <a:pt x="1242364" y="781050"/>
                  </a:lnTo>
                  <a:lnTo>
                    <a:pt x="1270596" y="781050"/>
                  </a:lnTo>
                  <a:lnTo>
                    <a:pt x="1270596" y="771525"/>
                  </a:lnTo>
                  <a:close/>
                </a:path>
                <a:path w="2569845" h="781050">
                  <a:moveTo>
                    <a:pt x="1270596" y="0"/>
                  </a:moveTo>
                  <a:lnTo>
                    <a:pt x="1242364" y="0"/>
                  </a:lnTo>
                  <a:lnTo>
                    <a:pt x="1242364" y="9525"/>
                  </a:lnTo>
                  <a:lnTo>
                    <a:pt x="1270596" y="9525"/>
                  </a:lnTo>
                  <a:lnTo>
                    <a:pt x="1270596" y="0"/>
                  </a:lnTo>
                  <a:close/>
                </a:path>
                <a:path w="2569845" h="781050">
                  <a:moveTo>
                    <a:pt x="1327073" y="771525"/>
                  </a:moveTo>
                  <a:lnTo>
                    <a:pt x="1298841" y="771525"/>
                  </a:lnTo>
                  <a:lnTo>
                    <a:pt x="1298841" y="781050"/>
                  </a:lnTo>
                  <a:lnTo>
                    <a:pt x="1327073" y="781050"/>
                  </a:lnTo>
                  <a:lnTo>
                    <a:pt x="1327073" y="771525"/>
                  </a:lnTo>
                  <a:close/>
                </a:path>
                <a:path w="2569845" h="781050">
                  <a:moveTo>
                    <a:pt x="1327073" y="0"/>
                  </a:moveTo>
                  <a:lnTo>
                    <a:pt x="1298841" y="0"/>
                  </a:lnTo>
                  <a:lnTo>
                    <a:pt x="1298841" y="9525"/>
                  </a:lnTo>
                  <a:lnTo>
                    <a:pt x="1327073" y="9525"/>
                  </a:lnTo>
                  <a:lnTo>
                    <a:pt x="1327073" y="0"/>
                  </a:lnTo>
                  <a:close/>
                </a:path>
                <a:path w="2569845" h="781050">
                  <a:moveTo>
                    <a:pt x="1383550" y="771525"/>
                  </a:moveTo>
                  <a:lnTo>
                    <a:pt x="1355318" y="771525"/>
                  </a:lnTo>
                  <a:lnTo>
                    <a:pt x="1355318" y="781050"/>
                  </a:lnTo>
                  <a:lnTo>
                    <a:pt x="1383550" y="781050"/>
                  </a:lnTo>
                  <a:lnTo>
                    <a:pt x="1383550" y="771525"/>
                  </a:lnTo>
                  <a:close/>
                </a:path>
                <a:path w="2569845" h="781050">
                  <a:moveTo>
                    <a:pt x="1383550" y="0"/>
                  </a:moveTo>
                  <a:lnTo>
                    <a:pt x="1355318" y="0"/>
                  </a:lnTo>
                  <a:lnTo>
                    <a:pt x="1355318" y="9525"/>
                  </a:lnTo>
                  <a:lnTo>
                    <a:pt x="1383550" y="9525"/>
                  </a:lnTo>
                  <a:lnTo>
                    <a:pt x="1383550" y="0"/>
                  </a:lnTo>
                  <a:close/>
                </a:path>
                <a:path w="2569845" h="781050">
                  <a:moveTo>
                    <a:pt x="1440027" y="771525"/>
                  </a:moveTo>
                  <a:lnTo>
                    <a:pt x="1411795" y="771525"/>
                  </a:lnTo>
                  <a:lnTo>
                    <a:pt x="1411795" y="781050"/>
                  </a:lnTo>
                  <a:lnTo>
                    <a:pt x="1440027" y="781050"/>
                  </a:lnTo>
                  <a:lnTo>
                    <a:pt x="1440027" y="771525"/>
                  </a:lnTo>
                  <a:close/>
                </a:path>
                <a:path w="2569845" h="781050">
                  <a:moveTo>
                    <a:pt x="1440027" y="0"/>
                  </a:moveTo>
                  <a:lnTo>
                    <a:pt x="1411795" y="0"/>
                  </a:lnTo>
                  <a:lnTo>
                    <a:pt x="1411795" y="9525"/>
                  </a:lnTo>
                  <a:lnTo>
                    <a:pt x="1440027" y="9525"/>
                  </a:lnTo>
                  <a:lnTo>
                    <a:pt x="1440027" y="0"/>
                  </a:lnTo>
                  <a:close/>
                </a:path>
                <a:path w="2569845" h="781050">
                  <a:moveTo>
                    <a:pt x="1496504" y="771525"/>
                  </a:moveTo>
                  <a:lnTo>
                    <a:pt x="1468272" y="771525"/>
                  </a:lnTo>
                  <a:lnTo>
                    <a:pt x="1468272" y="781050"/>
                  </a:lnTo>
                  <a:lnTo>
                    <a:pt x="1496504" y="781050"/>
                  </a:lnTo>
                  <a:lnTo>
                    <a:pt x="1496504" y="771525"/>
                  </a:lnTo>
                  <a:close/>
                </a:path>
                <a:path w="2569845" h="781050">
                  <a:moveTo>
                    <a:pt x="1496504" y="0"/>
                  </a:moveTo>
                  <a:lnTo>
                    <a:pt x="1468272" y="0"/>
                  </a:lnTo>
                  <a:lnTo>
                    <a:pt x="1468272" y="9525"/>
                  </a:lnTo>
                  <a:lnTo>
                    <a:pt x="1496504" y="9525"/>
                  </a:lnTo>
                  <a:lnTo>
                    <a:pt x="1496504" y="0"/>
                  </a:lnTo>
                  <a:close/>
                </a:path>
                <a:path w="2569845" h="781050">
                  <a:moveTo>
                    <a:pt x="1552981" y="771525"/>
                  </a:moveTo>
                  <a:lnTo>
                    <a:pt x="1524749" y="771525"/>
                  </a:lnTo>
                  <a:lnTo>
                    <a:pt x="1524749" y="781050"/>
                  </a:lnTo>
                  <a:lnTo>
                    <a:pt x="1552981" y="781050"/>
                  </a:lnTo>
                  <a:lnTo>
                    <a:pt x="1552981" y="771525"/>
                  </a:lnTo>
                  <a:close/>
                </a:path>
                <a:path w="2569845" h="781050">
                  <a:moveTo>
                    <a:pt x="1552981" y="0"/>
                  </a:moveTo>
                  <a:lnTo>
                    <a:pt x="1524749" y="0"/>
                  </a:lnTo>
                  <a:lnTo>
                    <a:pt x="1524749" y="9525"/>
                  </a:lnTo>
                  <a:lnTo>
                    <a:pt x="1552981" y="9525"/>
                  </a:lnTo>
                  <a:lnTo>
                    <a:pt x="1552981" y="0"/>
                  </a:lnTo>
                  <a:close/>
                </a:path>
                <a:path w="2569845" h="781050">
                  <a:moveTo>
                    <a:pt x="1609471" y="771525"/>
                  </a:moveTo>
                  <a:lnTo>
                    <a:pt x="1581226" y="771525"/>
                  </a:lnTo>
                  <a:lnTo>
                    <a:pt x="1581226" y="781050"/>
                  </a:lnTo>
                  <a:lnTo>
                    <a:pt x="1609471" y="781050"/>
                  </a:lnTo>
                  <a:lnTo>
                    <a:pt x="1609471" y="771525"/>
                  </a:lnTo>
                  <a:close/>
                </a:path>
                <a:path w="2569845" h="781050">
                  <a:moveTo>
                    <a:pt x="1609471" y="0"/>
                  </a:moveTo>
                  <a:lnTo>
                    <a:pt x="1581226" y="0"/>
                  </a:lnTo>
                  <a:lnTo>
                    <a:pt x="1581226" y="9525"/>
                  </a:lnTo>
                  <a:lnTo>
                    <a:pt x="1609471" y="9525"/>
                  </a:lnTo>
                  <a:lnTo>
                    <a:pt x="1609471" y="0"/>
                  </a:lnTo>
                  <a:close/>
                </a:path>
                <a:path w="2569845" h="781050">
                  <a:moveTo>
                    <a:pt x="1665947" y="771525"/>
                  </a:moveTo>
                  <a:lnTo>
                    <a:pt x="1637703" y="771525"/>
                  </a:lnTo>
                  <a:lnTo>
                    <a:pt x="1637703" y="781050"/>
                  </a:lnTo>
                  <a:lnTo>
                    <a:pt x="1665947" y="781050"/>
                  </a:lnTo>
                  <a:lnTo>
                    <a:pt x="1665947" y="771525"/>
                  </a:lnTo>
                  <a:close/>
                </a:path>
                <a:path w="2569845" h="781050">
                  <a:moveTo>
                    <a:pt x="1665947" y="0"/>
                  </a:moveTo>
                  <a:lnTo>
                    <a:pt x="1637703" y="0"/>
                  </a:lnTo>
                  <a:lnTo>
                    <a:pt x="1637703" y="9525"/>
                  </a:lnTo>
                  <a:lnTo>
                    <a:pt x="1665947" y="9525"/>
                  </a:lnTo>
                  <a:lnTo>
                    <a:pt x="1665947" y="0"/>
                  </a:lnTo>
                  <a:close/>
                </a:path>
                <a:path w="2569845" h="781050">
                  <a:moveTo>
                    <a:pt x="1722424" y="771525"/>
                  </a:moveTo>
                  <a:lnTo>
                    <a:pt x="1694180" y="771525"/>
                  </a:lnTo>
                  <a:lnTo>
                    <a:pt x="1694180" y="781050"/>
                  </a:lnTo>
                  <a:lnTo>
                    <a:pt x="1722424" y="781050"/>
                  </a:lnTo>
                  <a:lnTo>
                    <a:pt x="1722424" y="771525"/>
                  </a:lnTo>
                  <a:close/>
                </a:path>
                <a:path w="2569845" h="781050">
                  <a:moveTo>
                    <a:pt x="1722424" y="0"/>
                  </a:moveTo>
                  <a:lnTo>
                    <a:pt x="1694180" y="0"/>
                  </a:lnTo>
                  <a:lnTo>
                    <a:pt x="1694180" y="9525"/>
                  </a:lnTo>
                  <a:lnTo>
                    <a:pt x="1722424" y="9525"/>
                  </a:lnTo>
                  <a:lnTo>
                    <a:pt x="1722424" y="0"/>
                  </a:lnTo>
                  <a:close/>
                </a:path>
                <a:path w="2569845" h="781050">
                  <a:moveTo>
                    <a:pt x="1778901" y="771525"/>
                  </a:moveTo>
                  <a:lnTo>
                    <a:pt x="1750656" y="771525"/>
                  </a:lnTo>
                  <a:lnTo>
                    <a:pt x="1750656" y="781050"/>
                  </a:lnTo>
                  <a:lnTo>
                    <a:pt x="1778901" y="781050"/>
                  </a:lnTo>
                  <a:lnTo>
                    <a:pt x="1778901" y="771525"/>
                  </a:lnTo>
                  <a:close/>
                </a:path>
                <a:path w="2569845" h="781050">
                  <a:moveTo>
                    <a:pt x="1778901" y="0"/>
                  </a:moveTo>
                  <a:lnTo>
                    <a:pt x="1750656" y="0"/>
                  </a:lnTo>
                  <a:lnTo>
                    <a:pt x="1750656" y="9525"/>
                  </a:lnTo>
                  <a:lnTo>
                    <a:pt x="1778901" y="9525"/>
                  </a:lnTo>
                  <a:lnTo>
                    <a:pt x="1778901" y="0"/>
                  </a:lnTo>
                  <a:close/>
                </a:path>
                <a:path w="2569845" h="781050">
                  <a:moveTo>
                    <a:pt x="1835378" y="771525"/>
                  </a:moveTo>
                  <a:lnTo>
                    <a:pt x="1807133" y="771525"/>
                  </a:lnTo>
                  <a:lnTo>
                    <a:pt x="1807133" y="781050"/>
                  </a:lnTo>
                  <a:lnTo>
                    <a:pt x="1835378" y="781050"/>
                  </a:lnTo>
                  <a:lnTo>
                    <a:pt x="1835378" y="771525"/>
                  </a:lnTo>
                  <a:close/>
                </a:path>
                <a:path w="2569845" h="781050">
                  <a:moveTo>
                    <a:pt x="1835378" y="0"/>
                  </a:moveTo>
                  <a:lnTo>
                    <a:pt x="1807133" y="0"/>
                  </a:lnTo>
                  <a:lnTo>
                    <a:pt x="1807133" y="9525"/>
                  </a:lnTo>
                  <a:lnTo>
                    <a:pt x="1835378" y="9525"/>
                  </a:lnTo>
                  <a:lnTo>
                    <a:pt x="1835378" y="0"/>
                  </a:lnTo>
                  <a:close/>
                </a:path>
                <a:path w="2569845" h="781050">
                  <a:moveTo>
                    <a:pt x="1891855" y="771525"/>
                  </a:moveTo>
                  <a:lnTo>
                    <a:pt x="1863610" y="771525"/>
                  </a:lnTo>
                  <a:lnTo>
                    <a:pt x="1863610" y="781050"/>
                  </a:lnTo>
                  <a:lnTo>
                    <a:pt x="1891855" y="781050"/>
                  </a:lnTo>
                  <a:lnTo>
                    <a:pt x="1891855" y="771525"/>
                  </a:lnTo>
                  <a:close/>
                </a:path>
                <a:path w="2569845" h="781050">
                  <a:moveTo>
                    <a:pt x="1891855" y="0"/>
                  </a:moveTo>
                  <a:lnTo>
                    <a:pt x="1863610" y="0"/>
                  </a:lnTo>
                  <a:lnTo>
                    <a:pt x="1863610" y="9525"/>
                  </a:lnTo>
                  <a:lnTo>
                    <a:pt x="1891855" y="9525"/>
                  </a:lnTo>
                  <a:lnTo>
                    <a:pt x="1891855" y="0"/>
                  </a:lnTo>
                  <a:close/>
                </a:path>
                <a:path w="2569845" h="781050">
                  <a:moveTo>
                    <a:pt x="1948332" y="771525"/>
                  </a:moveTo>
                  <a:lnTo>
                    <a:pt x="1920087" y="771525"/>
                  </a:lnTo>
                  <a:lnTo>
                    <a:pt x="1920087" y="781050"/>
                  </a:lnTo>
                  <a:lnTo>
                    <a:pt x="1948332" y="781050"/>
                  </a:lnTo>
                  <a:lnTo>
                    <a:pt x="1948332" y="771525"/>
                  </a:lnTo>
                  <a:close/>
                </a:path>
                <a:path w="2569845" h="781050">
                  <a:moveTo>
                    <a:pt x="1948332" y="0"/>
                  </a:moveTo>
                  <a:lnTo>
                    <a:pt x="1920087" y="0"/>
                  </a:lnTo>
                  <a:lnTo>
                    <a:pt x="1920087" y="9525"/>
                  </a:lnTo>
                  <a:lnTo>
                    <a:pt x="1948332" y="9525"/>
                  </a:lnTo>
                  <a:lnTo>
                    <a:pt x="1948332" y="0"/>
                  </a:lnTo>
                  <a:close/>
                </a:path>
                <a:path w="2569845" h="781050">
                  <a:moveTo>
                    <a:pt x="2004809" y="771525"/>
                  </a:moveTo>
                  <a:lnTo>
                    <a:pt x="1976577" y="771525"/>
                  </a:lnTo>
                  <a:lnTo>
                    <a:pt x="1976577" y="781050"/>
                  </a:lnTo>
                  <a:lnTo>
                    <a:pt x="2004809" y="781050"/>
                  </a:lnTo>
                  <a:lnTo>
                    <a:pt x="2004809" y="771525"/>
                  </a:lnTo>
                  <a:close/>
                </a:path>
                <a:path w="2569845" h="781050">
                  <a:moveTo>
                    <a:pt x="2004809" y="0"/>
                  </a:moveTo>
                  <a:lnTo>
                    <a:pt x="1976577" y="0"/>
                  </a:lnTo>
                  <a:lnTo>
                    <a:pt x="1976577" y="9525"/>
                  </a:lnTo>
                  <a:lnTo>
                    <a:pt x="2004809" y="9525"/>
                  </a:lnTo>
                  <a:lnTo>
                    <a:pt x="2004809" y="0"/>
                  </a:lnTo>
                  <a:close/>
                </a:path>
                <a:path w="2569845" h="781050">
                  <a:moveTo>
                    <a:pt x="2061286" y="771525"/>
                  </a:moveTo>
                  <a:lnTo>
                    <a:pt x="2033054" y="771525"/>
                  </a:lnTo>
                  <a:lnTo>
                    <a:pt x="2033054" y="781050"/>
                  </a:lnTo>
                  <a:lnTo>
                    <a:pt x="2061286" y="781050"/>
                  </a:lnTo>
                  <a:lnTo>
                    <a:pt x="2061286" y="771525"/>
                  </a:lnTo>
                  <a:close/>
                </a:path>
                <a:path w="2569845" h="781050">
                  <a:moveTo>
                    <a:pt x="2061286" y="0"/>
                  </a:moveTo>
                  <a:lnTo>
                    <a:pt x="2033054" y="0"/>
                  </a:lnTo>
                  <a:lnTo>
                    <a:pt x="2033054" y="9525"/>
                  </a:lnTo>
                  <a:lnTo>
                    <a:pt x="2061286" y="9525"/>
                  </a:lnTo>
                  <a:lnTo>
                    <a:pt x="2061286" y="0"/>
                  </a:lnTo>
                  <a:close/>
                </a:path>
                <a:path w="2569845" h="781050">
                  <a:moveTo>
                    <a:pt x="2117763" y="771525"/>
                  </a:moveTo>
                  <a:lnTo>
                    <a:pt x="2089531" y="771525"/>
                  </a:lnTo>
                  <a:lnTo>
                    <a:pt x="2089531" y="781050"/>
                  </a:lnTo>
                  <a:lnTo>
                    <a:pt x="2117763" y="781050"/>
                  </a:lnTo>
                  <a:lnTo>
                    <a:pt x="2117763" y="771525"/>
                  </a:lnTo>
                  <a:close/>
                </a:path>
                <a:path w="2569845" h="781050">
                  <a:moveTo>
                    <a:pt x="2117763" y="0"/>
                  </a:moveTo>
                  <a:lnTo>
                    <a:pt x="2089531" y="0"/>
                  </a:lnTo>
                  <a:lnTo>
                    <a:pt x="2089531" y="9525"/>
                  </a:lnTo>
                  <a:lnTo>
                    <a:pt x="2117763" y="9525"/>
                  </a:lnTo>
                  <a:lnTo>
                    <a:pt x="2117763" y="0"/>
                  </a:lnTo>
                  <a:close/>
                </a:path>
                <a:path w="2569845" h="781050">
                  <a:moveTo>
                    <a:pt x="2174240" y="771525"/>
                  </a:moveTo>
                  <a:lnTo>
                    <a:pt x="2146008" y="771525"/>
                  </a:lnTo>
                  <a:lnTo>
                    <a:pt x="2146008" y="781050"/>
                  </a:lnTo>
                  <a:lnTo>
                    <a:pt x="2174240" y="781050"/>
                  </a:lnTo>
                  <a:lnTo>
                    <a:pt x="2174240" y="771525"/>
                  </a:lnTo>
                  <a:close/>
                </a:path>
                <a:path w="2569845" h="781050">
                  <a:moveTo>
                    <a:pt x="2174240" y="0"/>
                  </a:moveTo>
                  <a:lnTo>
                    <a:pt x="2146008" y="0"/>
                  </a:lnTo>
                  <a:lnTo>
                    <a:pt x="2146008" y="9525"/>
                  </a:lnTo>
                  <a:lnTo>
                    <a:pt x="2174240" y="9525"/>
                  </a:lnTo>
                  <a:lnTo>
                    <a:pt x="2174240" y="0"/>
                  </a:lnTo>
                  <a:close/>
                </a:path>
                <a:path w="2569845" h="781050">
                  <a:moveTo>
                    <a:pt x="2230717" y="771525"/>
                  </a:moveTo>
                  <a:lnTo>
                    <a:pt x="2202484" y="771525"/>
                  </a:lnTo>
                  <a:lnTo>
                    <a:pt x="2202484" y="781050"/>
                  </a:lnTo>
                  <a:lnTo>
                    <a:pt x="2230717" y="781050"/>
                  </a:lnTo>
                  <a:lnTo>
                    <a:pt x="2230717" y="771525"/>
                  </a:lnTo>
                  <a:close/>
                </a:path>
                <a:path w="2569845" h="781050">
                  <a:moveTo>
                    <a:pt x="2230717" y="0"/>
                  </a:moveTo>
                  <a:lnTo>
                    <a:pt x="2202484" y="0"/>
                  </a:lnTo>
                  <a:lnTo>
                    <a:pt x="2202484" y="9525"/>
                  </a:lnTo>
                  <a:lnTo>
                    <a:pt x="2230717" y="9525"/>
                  </a:lnTo>
                  <a:lnTo>
                    <a:pt x="2230717" y="0"/>
                  </a:lnTo>
                  <a:close/>
                </a:path>
                <a:path w="2569845" h="781050">
                  <a:moveTo>
                    <a:pt x="2287193" y="771525"/>
                  </a:moveTo>
                  <a:lnTo>
                    <a:pt x="2258961" y="771525"/>
                  </a:lnTo>
                  <a:lnTo>
                    <a:pt x="2258961" y="781050"/>
                  </a:lnTo>
                  <a:lnTo>
                    <a:pt x="2287193" y="781050"/>
                  </a:lnTo>
                  <a:lnTo>
                    <a:pt x="2287193" y="771525"/>
                  </a:lnTo>
                  <a:close/>
                </a:path>
                <a:path w="2569845" h="781050">
                  <a:moveTo>
                    <a:pt x="2287193" y="0"/>
                  </a:moveTo>
                  <a:lnTo>
                    <a:pt x="2258961" y="0"/>
                  </a:lnTo>
                  <a:lnTo>
                    <a:pt x="2258961" y="9525"/>
                  </a:lnTo>
                  <a:lnTo>
                    <a:pt x="2287193" y="9525"/>
                  </a:lnTo>
                  <a:lnTo>
                    <a:pt x="2287193" y="0"/>
                  </a:lnTo>
                  <a:close/>
                </a:path>
                <a:path w="2569845" h="781050">
                  <a:moveTo>
                    <a:pt x="2343683" y="771525"/>
                  </a:moveTo>
                  <a:lnTo>
                    <a:pt x="2315438" y="771525"/>
                  </a:lnTo>
                  <a:lnTo>
                    <a:pt x="2315438" y="781050"/>
                  </a:lnTo>
                  <a:lnTo>
                    <a:pt x="2343683" y="781050"/>
                  </a:lnTo>
                  <a:lnTo>
                    <a:pt x="2343683" y="771525"/>
                  </a:lnTo>
                  <a:close/>
                </a:path>
                <a:path w="2569845" h="781050">
                  <a:moveTo>
                    <a:pt x="2343683" y="0"/>
                  </a:moveTo>
                  <a:lnTo>
                    <a:pt x="2315438" y="0"/>
                  </a:lnTo>
                  <a:lnTo>
                    <a:pt x="2315438" y="9525"/>
                  </a:lnTo>
                  <a:lnTo>
                    <a:pt x="2343683" y="9525"/>
                  </a:lnTo>
                  <a:lnTo>
                    <a:pt x="2343683" y="0"/>
                  </a:lnTo>
                  <a:close/>
                </a:path>
                <a:path w="2569845" h="781050">
                  <a:moveTo>
                    <a:pt x="2400160" y="771525"/>
                  </a:moveTo>
                  <a:lnTo>
                    <a:pt x="2371915" y="771525"/>
                  </a:lnTo>
                  <a:lnTo>
                    <a:pt x="2371915" y="781050"/>
                  </a:lnTo>
                  <a:lnTo>
                    <a:pt x="2400160" y="781050"/>
                  </a:lnTo>
                  <a:lnTo>
                    <a:pt x="2400160" y="771525"/>
                  </a:lnTo>
                  <a:close/>
                </a:path>
                <a:path w="2569845" h="781050">
                  <a:moveTo>
                    <a:pt x="2400160" y="0"/>
                  </a:moveTo>
                  <a:lnTo>
                    <a:pt x="2371915" y="0"/>
                  </a:lnTo>
                  <a:lnTo>
                    <a:pt x="2371915" y="9525"/>
                  </a:lnTo>
                  <a:lnTo>
                    <a:pt x="2400160" y="9525"/>
                  </a:lnTo>
                  <a:lnTo>
                    <a:pt x="2400160" y="0"/>
                  </a:lnTo>
                  <a:close/>
                </a:path>
                <a:path w="2569845" h="781050">
                  <a:moveTo>
                    <a:pt x="2456637" y="771525"/>
                  </a:moveTo>
                  <a:lnTo>
                    <a:pt x="2428392" y="771525"/>
                  </a:lnTo>
                  <a:lnTo>
                    <a:pt x="2428392" y="781050"/>
                  </a:lnTo>
                  <a:lnTo>
                    <a:pt x="2456637" y="781050"/>
                  </a:lnTo>
                  <a:lnTo>
                    <a:pt x="2456637" y="771525"/>
                  </a:lnTo>
                  <a:close/>
                </a:path>
                <a:path w="2569845" h="781050">
                  <a:moveTo>
                    <a:pt x="2456637" y="0"/>
                  </a:moveTo>
                  <a:lnTo>
                    <a:pt x="2428392" y="0"/>
                  </a:lnTo>
                  <a:lnTo>
                    <a:pt x="2428392" y="9525"/>
                  </a:lnTo>
                  <a:lnTo>
                    <a:pt x="2456637" y="9525"/>
                  </a:lnTo>
                  <a:lnTo>
                    <a:pt x="2456637" y="0"/>
                  </a:lnTo>
                  <a:close/>
                </a:path>
                <a:path w="2569845" h="781050">
                  <a:moveTo>
                    <a:pt x="2513114" y="771525"/>
                  </a:moveTo>
                  <a:lnTo>
                    <a:pt x="2484869" y="771525"/>
                  </a:lnTo>
                  <a:lnTo>
                    <a:pt x="2484869" y="781050"/>
                  </a:lnTo>
                  <a:lnTo>
                    <a:pt x="2513114" y="781050"/>
                  </a:lnTo>
                  <a:lnTo>
                    <a:pt x="2513114" y="771525"/>
                  </a:lnTo>
                  <a:close/>
                </a:path>
                <a:path w="2569845" h="781050">
                  <a:moveTo>
                    <a:pt x="2513114" y="0"/>
                  </a:moveTo>
                  <a:lnTo>
                    <a:pt x="2484869" y="0"/>
                  </a:lnTo>
                  <a:lnTo>
                    <a:pt x="2484869" y="9525"/>
                  </a:lnTo>
                  <a:lnTo>
                    <a:pt x="2513114" y="9525"/>
                  </a:lnTo>
                  <a:lnTo>
                    <a:pt x="2513114" y="0"/>
                  </a:lnTo>
                  <a:close/>
                </a:path>
                <a:path w="2569845" h="781050">
                  <a:moveTo>
                    <a:pt x="2548712" y="760222"/>
                  </a:moveTo>
                  <a:lnTo>
                    <a:pt x="2521801" y="733425"/>
                  </a:lnTo>
                  <a:lnTo>
                    <a:pt x="2548699" y="760234"/>
                  </a:lnTo>
                  <a:close/>
                </a:path>
                <a:path w="2569845" h="781050">
                  <a:moveTo>
                    <a:pt x="2564358" y="753846"/>
                  </a:moveTo>
                  <a:lnTo>
                    <a:pt x="2555849" y="749769"/>
                  </a:lnTo>
                  <a:lnTo>
                    <a:pt x="2548737" y="760285"/>
                  </a:lnTo>
                  <a:lnTo>
                    <a:pt x="2538412" y="767207"/>
                  </a:lnTo>
                  <a:lnTo>
                    <a:pt x="2521801" y="733425"/>
                  </a:lnTo>
                  <a:lnTo>
                    <a:pt x="2542565" y="775716"/>
                  </a:lnTo>
                  <a:lnTo>
                    <a:pt x="2555062" y="767207"/>
                  </a:lnTo>
                  <a:lnTo>
                    <a:pt x="2555379" y="767003"/>
                  </a:lnTo>
                  <a:lnTo>
                    <a:pt x="2564358" y="753846"/>
                  </a:lnTo>
                  <a:close/>
                </a:path>
                <a:path w="2569845" h="781050">
                  <a:moveTo>
                    <a:pt x="2564358" y="27203"/>
                  </a:moveTo>
                  <a:lnTo>
                    <a:pt x="2555443" y="13995"/>
                  </a:lnTo>
                  <a:lnTo>
                    <a:pt x="2542565" y="5295"/>
                  </a:lnTo>
                  <a:lnTo>
                    <a:pt x="2538412" y="13754"/>
                  </a:lnTo>
                  <a:lnTo>
                    <a:pt x="2548712" y="20713"/>
                  </a:lnTo>
                  <a:lnTo>
                    <a:pt x="2555849" y="31280"/>
                  </a:lnTo>
                  <a:lnTo>
                    <a:pt x="2564358" y="27203"/>
                  </a:lnTo>
                  <a:close/>
                </a:path>
                <a:path w="2569845" h="781050">
                  <a:moveTo>
                    <a:pt x="2569426" y="694677"/>
                  </a:moveTo>
                  <a:lnTo>
                    <a:pt x="2559901" y="694677"/>
                  </a:lnTo>
                  <a:lnTo>
                    <a:pt x="2559901" y="723633"/>
                  </a:lnTo>
                  <a:lnTo>
                    <a:pt x="2569426" y="723633"/>
                  </a:lnTo>
                  <a:lnTo>
                    <a:pt x="2569426" y="694677"/>
                  </a:lnTo>
                  <a:close/>
                </a:path>
                <a:path w="2569845" h="781050">
                  <a:moveTo>
                    <a:pt x="2569426" y="636739"/>
                  </a:moveTo>
                  <a:lnTo>
                    <a:pt x="2559901" y="636739"/>
                  </a:lnTo>
                  <a:lnTo>
                    <a:pt x="2559901" y="665708"/>
                  </a:lnTo>
                  <a:lnTo>
                    <a:pt x="2569426" y="665708"/>
                  </a:lnTo>
                  <a:lnTo>
                    <a:pt x="2569426" y="636739"/>
                  </a:lnTo>
                  <a:close/>
                </a:path>
                <a:path w="2569845" h="781050">
                  <a:moveTo>
                    <a:pt x="2569426" y="578802"/>
                  </a:moveTo>
                  <a:lnTo>
                    <a:pt x="2559901" y="578802"/>
                  </a:lnTo>
                  <a:lnTo>
                    <a:pt x="2559901" y="607771"/>
                  </a:lnTo>
                  <a:lnTo>
                    <a:pt x="2569426" y="607771"/>
                  </a:lnTo>
                  <a:lnTo>
                    <a:pt x="2569426" y="578802"/>
                  </a:lnTo>
                  <a:close/>
                </a:path>
                <a:path w="2569845" h="781050">
                  <a:moveTo>
                    <a:pt x="2569426" y="520877"/>
                  </a:moveTo>
                  <a:lnTo>
                    <a:pt x="2559901" y="520877"/>
                  </a:lnTo>
                  <a:lnTo>
                    <a:pt x="2559901" y="549833"/>
                  </a:lnTo>
                  <a:lnTo>
                    <a:pt x="2569426" y="549833"/>
                  </a:lnTo>
                  <a:lnTo>
                    <a:pt x="2569426" y="520877"/>
                  </a:lnTo>
                  <a:close/>
                </a:path>
                <a:path w="2569845" h="781050">
                  <a:moveTo>
                    <a:pt x="2569426" y="462940"/>
                  </a:moveTo>
                  <a:lnTo>
                    <a:pt x="2559901" y="462940"/>
                  </a:lnTo>
                  <a:lnTo>
                    <a:pt x="2559901" y="491909"/>
                  </a:lnTo>
                  <a:lnTo>
                    <a:pt x="2569426" y="491909"/>
                  </a:lnTo>
                  <a:lnTo>
                    <a:pt x="2569426" y="462940"/>
                  </a:lnTo>
                  <a:close/>
                </a:path>
                <a:path w="2569845" h="781050">
                  <a:moveTo>
                    <a:pt x="2569426" y="405003"/>
                  </a:moveTo>
                  <a:lnTo>
                    <a:pt x="2559901" y="405003"/>
                  </a:lnTo>
                  <a:lnTo>
                    <a:pt x="2559901" y="433971"/>
                  </a:lnTo>
                  <a:lnTo>
                    <a:pt x="2569426" y="433971"/>
                  </a:lnTo>
                  <a:lnTo>
                    <a:pt x="2569426" y="405003"/>
                  </a:lnTo>
                  <a:close/>
                </a:path>
                <a:path w="2569845" h="781050">
                  <a:moveTo>
                    <a:pt x="2569426" y="347078"/>
                  </a:moveTo>
                  <a:lnTo>
                    <a:pt x="2559901" y="347078"/>
                  </a:lnTo>
                  <a:lnTo>
                    <a:pt x="2559901" y="376047"/>
                  </a:lnTo>
                  <a:lnTo>
                    <a:pt x="2569426" y="376047"/>
                  </a:lnTo>
                  <a:lnTo>
                    <a:pt x="2569426" y="347078"/>
                  </a:lnTo>
                  <a:close/>
                </a:path>
                <a:path w="2569845" h="781050">
                  <a:moveTo>
                    <a:pt x="2569426" y="289140"/>
                  </a:moveTo>
                  <a:lnTo>
                    <a:pt x="2559901" y="289140"/>
                  </a:lnTo>
                  <a:lnTo>
                    <a:pt x="2559901" y="318109"/>
                  </a:lnTo>
                  <a:lnTo>
                    <a:pt x="2569426" y="318109"/>
                  </a:lnTo>
                  <a:lnTo>
                    <a:pt x="2569426" y="289140"/>
                  </a:lnTo>
                  <a:close/>
                </a:path>
                <a:path w="2569845" h="781050">
                  <a:moveTo>
                    <a:pt x="2569426" y="231203"/>
                  </a:moveTo>
                  <a:lnTo>
                    <a:pt x="2559901" y="231203"/>
                  </a:lnTo>
                  <a:lnTo>
                    <a:pt x="2559901" y="260172"/>
                  </a:lnTo>
                  <a:lnTo>
                    <a:pt x="2569426" y="260172"/>
                  </a:lnTo>
                  <a:lnTo>
                    <a:pt x="2569426" y="231203"/>
                  </a:lnTo>
                  <a:close/>
                </a:path>
                <a:path w="2569845" h="781050">
                  <a:moveTo>
                    <a:pt x="2569426" y="173278"/>
                  </a:moveTo>
                  <a:lnTo>
                    <a:pt x="2559901" y="173278"/>
                  </a:lnTo>
                  <a:lnTo>
                    <a:pt x="2559901" y="202247"/>
                  </a:lnTo>
                  <a:lnTo>
                    <a:pt x="2569426" y="202247"/>
                  </a:lnTo>
                  <a:lnTo>
                    <a:pt x="2569426" y="173278"/>
                  </a:lnTo>
                  <a:close/>
                </a:path>
                <a:path w="2569845" h="781050">
                  <a:moveTo>
                    <a:pt x="2569426" y="115341"/>
                  </a:moveTo>
                  <a:lnTo>
                    <a:pt x="2559901" y="115341"/>
                  </a:lnTo>
                  <a:lnTo>
                    <a:pt x="2559901" y="144310"/>
                  </a:lnTo>
                  <a:lnTo>
                    <a:pt x="2569426" y="144310"/>
                  </a:lnTo>
                  <a:lnTo>
                    <a:pt x="2569426" y="115341"/>
                  </a:lnTo>
                  <a:close/>
                </a:path>
                <a:path w="2569845" h="781050">
                  <a:moveTo>
                    <a:pt x="2569426" y="57404"/>
                  </a:moveTo>
                  <a:lnTo>
                    <a:pt x="2559901" y="57404"/>
                  </a:lnTo>
                  <a:lnTo>
                    <a:pt x="2559901" y="86372"/>
                  </a:lnTo>
                  <a:lnTo>
                    <a:pt x="2569426" y="86372"/>
                  </a:lnTo>
                  <a:lnTo>
                    <a:pt x="2569426" y="57404"/>
                  </a:lnTo>
                  <a:close/>
                </a:path>
              </a:pathLst>
            </a:custGeom>
            <a:solidFill>
              <a:srgbClr val="CDD4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7191500" y="4859465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2521799" y="781049"/>
                  </a:moveTo>
                  <a:lnTo>
                    <a:pt x="47624" y="781049"/>
                  </a:lnTo>
                  <a:lnTo>
                    <a:pt x="29132" y="777291"/>
                  </a:lnTo>
                  <a:lnTo>
                    <a:pt x="13989" y="767059"/>
                  </a:lnTo>
                  <a:lnTo>
                    <a:pt x="3757" y="751916"/>
                  </a:lnTo>
                  <a:lnTo>
                    <a:pt x="0" y="733425"/>
                  </a:lnTo>
                  <a:lnTo>
                    <a:pt x="0" y="47623"/>
                  </a:lnTo>
                  <a:lnTo>
                    <a:pt x="3757" y="29132"/>
                  </a:lnTo>
                  <a:lnTo>
                    <a:pt x="13989" y="13989"/>
                  </a:lnTo>
                  <a:lnTo>
                    <a:pt x="29132" y="3757"/>
                  </a:lnTo>
                  <a:lnTo>
                    <a:pt x="47621" y="0"/>
                  </a:lnTo>
                  <a:lnTo>
                    <a:pt x="2521802" y="0"/>
                  </a:lnTo>
                  <a:lnTo>
                    <a:pt x="2540291" y="3757"/>
                  </a:lnTo>
                  <a:lnTo>
                    <a:pt x="2555435" y="13989"/>
                  </a:lnTo>
                  <a:lnTo>
                    <a:pt x="2565666" y="29132"/>
                  </a:lnTo>
                  <a:lnTo>
                    <a:pt x="2569424" y="47623"/>
                  </a:lnTo>
                  <a:lnTo>
                    <a:pt x="2569424" y="733425"/>
                  </a:lnTo>
                  <a:lnTo>
                    <a:pt x="2565666" y="751916"/>
                  </a:lnTo>
                  <a:lnTo>
                    <a:pt x="2555435" y="767059"/>
                  </a:lnTo>
                  <a:lnTo>
                    <a:pt x="2540291" y="777291"/>
                  </a:lnTo>
                  <a:lnTo>
                    <a:pt x="2521799" y="781049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191489" y="4859471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9525" y="694677"/>
                  </a:moveTo>
                  <a:lnTo>
                    <a:pt x="0" y="694677"/>
                  </a:lnTo>
                  <a:lnTo>
                    <a:pt x="0" y="723633"/>
                  </a:lnTo>
                  <a:lnTo>
                    <a:pt x="9525" y="723633"/>
                  </a:lnTo>
                  <a:lnTo>
                    <a:pt x="9525" y="694677"/>
                  </a:lnTo>
                  <a:close/>
                </a:path>
                <a:path w="2569845" h="781050">
                  <a:moveTo>
                    <a:pt x="9525" y="636739"/>
                  </a:moveTo>
                  <a:lnTo>
                    <a:pt x="0" y="636739"/>
                  </a:lnTo>
                  <a:lnTo>
                    <a:pt x="0" y="665708"/>
                  </a:lnTo>
                  <a:lnTo>
                    <a:pt x="9525" y="665708"/>
                  </a:lnTo>
                  <a:lnTo>
                    <a:pt x="9525" y="636739"/>
                  </a:lnTo>
                  <a:close/>
                </a:path>
                <a:path w="2569845" h="781050">
                  <a:moveTo>
                    <a:pt x="9525" y="578802"/>
                  </a:moveTo>
                  <a:lnTo>
                    <a:pt x="0" y="578802"/>
                  </a:lnTo>
                  <a:lnTo>
                    <a:pt x="0" y="607771"/>
                  </a:lnTo>
                  <a:lnTo>
                    <a:pt x="9525" y="607771"/>
                  </a:lnTo>
                  <a:lnTo>
                    <a:pt x="9525" y="578802"/>
                  </a:lnTo>
                  <a:close/>
                </a:path>
                <a:path w="2569845" h="781050">
                  <a:moveTo>
                    <a:pt x="9525" y="520877"/>
                  </a:moveTo>
                  <a:lnTo>
                    <a:pt x="0" y="520877"/>
                  </a:lnTo>
                  <a:lnTo>
                    <a:pt x="0" y="549833"/>
                  </a:lnTo>
                  <a:lnTo>
                    <a:pt x="9525" y="549833"/>
                  </a:lnTo>
                  <a:lnTo>
                    <a:pt x="9525" y="520877"/>
                  </a:lnTo>
                  <a:close/>
                </a:path>
                <a:path w="2569845" h="781050">
                  <a:moveTo>
                    <a:pt x="9525" y="462940"/>
                  </a:moveTo>
                  <a:lnTo>
                    <a:pt x="0" y="462940"/>
                  </a:lnTo>
                  <a:lnTo>
                    <a:pt x="0" y="491909"/>
                  </a:lnTo>
                  <a:lnTo>
                    <a:pt x="9525" y="491909"/>
                  </a:lnTo>
                  <a:lnTo>
                    <a:pt x="9525" y="462940"/>
                  </a:lnTo>
                  <a:close/>
                </a:path>
                <a:path w="2569845" h="781050">
                  <a:moveTo>
                    <a:pt x="9525" y="405003"/>
                  </a:moveTo>
                  <a:lnTo>
                    <a:pt x="0" y="405003"/>
                  </a:lnTo>
                  <a:lnTo>
                    <a:pt x="0" y="433971"/>
                  </a:lnTo>
                  <a:lnTo>
                    <a:pt x="9525" y="433971"/>
                  </a:lnTo>
                  <a:lnTo>
                    <a:pt x="9525" y="405003"/>
                  </a:lnTo>
                  <a:close/>
                </a:path>
                <a:path w="2569845" h="781050">
                  <a:moveTo>
                    <a:pt x="9525" y="347078"/>
                  </a:moveTo>
                  <a:lnTo>
                    <a:pt x="0" y="347078"/>
                  </a:lnTo>
                  <a:lnTo>
                    <a:pt x="0" y="376047"/>
                  </a:lnTo>
                  <a:lnTo>
                    <a:pt x="9525" y="376047"/>
                  </a:lnTo>
                  <a:lnTo>
                    <a:pt x="9525" y="347078"/>
                  </a:lnTo>
                  <a:close/>
                </a:path>
                <a:path w="2569845" h="781050">
                  <a:moveTo>
                    <a:pt x="9525" y="289140"/>
                  </a:moveTo>
                  <a:lnTo>
                    <a:pt x="0" y="289140"/>
                  </a:lnTo>
                  <a:lnTo>
                    <a:pt x="0" y="318109"/>
                  </a:lnTo>
                  <a:lnTo>
                    <a:pt x="9525" y="318109"/>
                  </a:lnTo>
                  <a:lnTo>
                    <a:pt x="9525" y="289140"/>
                  </a:lnTo>
                  <a:close/>
                </a:path>
                <a:path w="2569845" h="781050">
                  <a:moveTo>
                    <a:pt x="9525" y="231203"/>
                  </a:moveTo>
                  <a:lnTo>
                    <a:pt x="0" y="231203"/>
                  </a:lnTo>
                  <a:lnTo>
                    <a:pt x="0" y="260172"/>
                  </a:lnTo>
                  <a:lnTo>
                    <a:pt x="9525" y="260172"/>
                  </a:lnTo>
                  <a:lnTo>
                    <a:pt x="9525" y="231203"/>
                  </a:lnTo>
                  <a:close/>
                </a:path>
                <a:path w="2569845" h="781050">
                  <a:moveTo>
                    <a:pt x="9525" y="173278"/>
                  </a:moveTo>
                  <a:lnTo>
                    <a:pt x="0" y="173278"/>
                  </a:lnTo>
                  <a:lnTo>
                    <a:pt x="0" y="202247"/>
                  </a:lnTo>
                  <a:lnTo>
                    <a:pt x="9525" y="202247"/>
                  </a:lnTo>
                  <a:lnTo>
                    <a:pt x="9525" y="173278"/>
                  </a:lnTo>
                  <a:close/>
                </a:path>
                <a:path w="2569845" h="781050">
                  <a:moveTo>
                    <a:pt x="9525" y="115341"/>
                  </a:moveTo>
                  <a:lnTo>
                    <a:pt x="0" y="115341"/>
                  </a:lnTo>
                  <a:lnTo>
                    <a:pt x="0" y="144310"/>
                  </a:lnTo>
                  <a:lnTo>
                    <a:pt x="9525" y="144310"/>
                  </a:lnTo>
                  <a:lnTo>
                    <a:pt x="9525" y="115341"/>
                  </a:lnTo>
                  <a:close/>
                </a:path>
                <a:path w="2569845" h="781050">
                  <a:moveTo>
                    <a:pt x="9525" y="57404"/>
                  </a:moveTo>
                  <a:lnTo>
                    <a:pt x="0" y="57404"/>
                  </a:lnTo>
                  <a:lnTo>
                    <a:pt x="0" y="86372"/>
                  </a:lnTo>
                  <a:lnTo>
                    <a:pt x="9525" y="86372"/>
                  </a:lnTo>
                  <a:lnTo>
                    <a:pt x="9525" y="57404"/>
                  </a:lnTo>
                  <a:close/>
                </a:path>
                <a:path w="2569845" h="781050">
                  <a:moveTo>
                    <a:pt x="31013" y="13754"/>
                  </a:moveTo>
                  <a:lnTo>
                    <a:pt x="26873" y="5295"/>
                  </a:lnTo>
                  <a:lnTo>
                    <a:pt x="13995" y="13995"/>
                  </a:lnTo>
                  <a:lnTo>
                    <a:pt x="5067" y="27190"/>
                  </a:lnTo>
                  <a:lnTo>
                    <a:pt x="13576" y="31280"/>
                  </a:lnTo>
                  <a:lnTo>
                    <a:pt x="20726" y="20713"/>
                  </a:lnTo>
                  <a:lnTo>
                    <a:pt x="31013" y="13754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20726" y="760222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31013" y="767207"/>
                  </a:lnTo>
                  <a:lnTo>
                    <a:pt x="20739" y="760234"/>
                  </a:lnTo>
                  <a:lnTo>
                    <a:pt x="13576" y="749769"/>
                  </a:lnTo>
                  <a:lnTo>
                    <a:pt x="5067" y="753846"/>
                  </a:lnTo>
                  <a:lnTo>
                    <a:pt x="13995" y="767054"/>
                  </a:lnTo>
                  <a:lnTo>
                    <a:pt x="26873" y="775716"/>
                  </a:lnTo>
                  <a:lnTo>
                    <a:pt x="31038" y="767207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84569" y="771525"/>
                  </a:moveTo>
                  <a:lnTo>
                    <a:pt x="56324" y="771525"/>
                  </a:lnTo>
                  <a:lnTo>
                    <a:pt x="56324" y="781050"/>
                  </a:lnTo>
                  <a:lnTo>
                    <a:pt x="84569" y="781050"/>
                  </a:lnTo>
                  <a:lnTo>
                    <a:pt x="84569" y="771525"/>
                  </a:lnTo>
                  <a:close/>
                </a:path>
                <a:path w="2569845" h="781050">
                  <a:moveTo>
                    <a:pt x="84569" y="0"/>
                  </a:moveTo>
                  <a:lnTo>
                    <a:pt x="56324" y="0"/>
                  </a:lnTo>
                  <a:lnTo>
                    <a:pt x="56324" y="9525"/>
                  </a:lnTo>
                  <a:lnTo>
                    <a:pt x="84569" y="9525"/>
                  </a:lnTo>
                  <a:lnTo>
                    <a:pt x="84569" y="0"/>
                  </a:lnTo>
                  <a:close/>
                </a:path>
                <a:path w="2569845" h="781050">
                  <a:moveTo>
                    <a:pt x="141046" y="771525"/>
                  </a:moveTo>
                  <a:lnTo>
                    <a:pt x="112801" y="771525"/>
                  </a:lnTo>
                  <a:lnTo>
                    <a:pt x="112801" y="781050"/>
                  </a:lnTo>
                  <a:lnTo>
                    <a:pt x="141046" y="781050"/>
                  </a:lnTo>
                  <a:lnTo>
                    <a:pt x="141046" y="771525"/>
                  </a:lnTo>
                  <a:close/>
                </a:path>
                <a:path w="2569845" h="781050">
                  <a:moveTo>
                    <a:pt x="141046" y="0"/>
                  </a:moveTo>
                  <a:lnTo>
                    <a:pt x="112801" y="0"/>
                  </a:lnTo>
                  <a:lnTo>
                    <a:pt x="112801" y="9525"/>
                  </a:lnTo>
                  <a:lnTo>
                    <a:pt x="141046" y="9525"/>
                  </a:lnTo>
                  <a:lnTo>
                    <a:pt x="141046" y="0"/>
                  </a:lnTo>
                  <a:close/>
                </a:path>
                <a:path w="2569845" h="781050">
                  <a:moveTo>
                    <a:pt x="197523" y="771525"/>
                  </a:moveTo>
                  <a:lnTo>
                    <a:pt x="169278" y="771525"/>
                  </a:lnTo>
                  <a:lnTo>
                    <a:pt x="169278" y="781050"/>
                  </a:lnTo>
                  <a:lnTo>
                    <a:pt x="197523" y="781050"/>
                  </a:lnTo>
                  <a:lnTo>
                    <a:pt x="197523" y="771525"/>
                  </a:lnTo>
                  <a:close/>
                </a:path>
                <a:path w="2569845" h="781050">
                  <a:moveTo>
                    <a:pt x="197523" y="0"/>
                  </a:moveTo>
                  <a:lnTo>
                    <a:pt x="169278" y="0"/>
                  </a:lnTo>
                  <a:lnTo>
                    <a:pt x="169278" y="9525"/>
                  </a:lnTo>
                  <a:lnTo>
                    <a:pt x="197523" y="9525"/>
                  </a:lnTo>
                  <a:lnTo>
                    <a:pt x="197523" y="0"/>
                  </a:lnTo>
                  <a:close/>
                </a:path>
                <a:path w="2569845" h="781050">
                  <a:moveTo>
                    <a:pt x="254000" y="771525"/>
                  </a:moveTo>
                  <a:lnTo>
                    <a:pt x="225755" y="771525"/>
                  </a:lnTo>
                  <a:lnTo>
                    <a:pt x="225755" y="781050"/>
                  </a:lnTo>
                  <a:lnTo>
                    <a:pt x="254000" y="781050"/>
                  </a:lnTo>
                  <a:lnTo>
                    <a:pt x="254000" y="771525"/>
                  </a:lnTo>
                  <a:close/>
                </a:path>
                <a:path w="2569845" h="781050">
                  <a:moveTo>
                    <a:pt x="254000" y="0"/>
                  </a:moveTo>
                  <a:lnTo>
                    <a:pt x="225755" y="0"/>
                  </a:lnTo>
                  <a:lnTo>
                    <a:pt x="225755" y="9525"/>
                  </a:lnTo>
                  <a:lnTo>
                    <a:pt x="254000" y="9525"/>
                  </a:lnTo>
                  <a:lnTo>
                    <a:pt x="254000" y="0"/>
                  </a:lnTo>
                  <a:close/>
                </a:path>
                <a:path w="2569845" h="781050">
                  <a:moveTo>
                    <a:pt x="310476" y="771525"/>
                  </a:moveTo>
                  <a:lnTo>
                    <a:pt x="282232" y="771525"/>
                  </a:lnTo>
                  <a:lnTo>
                    <a:pt x="282232" y="781050"/>
                  </a:lnTo>
                  <a:lnTo>
                    <a:pt x="310476" y="781050"/>
                  </a:lnTo>
                  <a:lnTo>
                    <a:pt x="310476" y="771525"/>
                  </a:lnTo>
                  <a:close/>
                </a:path>
                <a:path w="2569845" h="781050">
                  <a:moveTo>
                    <a:pt x="310476" y="0"/>
                  </a:moveTo>
                  <a:lnTo>
                    <a:pt x="282232" y="0"/>
                  </a:lnTo>
                  <a:lnTo>
                    <a:pt x="282232" y="9525"/>
                  </a:lnTo>
                  <a:lnTo>
                    <a:pt x="310476" y="9525"/>
                  </a:lnTo>
                  <a:lnTo>
                    <a:pt x="310476" y="0"/>
                  </a:lnTo>
                  <a:close/>
                </a:path>
                <a:path w="2569845" h="781050">
                  <a:moveTo>
                    <a:pt x="366953" y="771525"/>
                  </a:moveTo>
                  <a:lnTo>
                    <a:pt x="338709" y="771525"/>
                  </a:lnTo>
                  <a:lnTo>
                    <a:pt x="338709" y="781050"/>
                  </a:lnTo>
                  <a:lnTo>
                    <a:pt x="366953" y="781050"/>
                  </a:lnTo>
                  <a:lnTo>
                    <a:pt x="366953" y="771525"/>
                  </a:lnTo>
                  <a:close/>
                </a:path>
                <a:path w="2569845" h="781050">
                  <a:moveTo>
                    <a:pt x="366953" y="0"/>
                  </a:moveTo>
                  <a:lnTo>
                    <a:pt x="338709" y="0"/>
                  </a:lnTo>
                  <a:lnTo>
                    <a:pt x="338709" y="9525"/>
                  </a:lnTo>
                  <a:lnTo>
                    <a:pt x="366953" y="9525"/>
                  </a:lnTo>
                  <a:lnTo>
                    <a:pt x="366953" y="0"/>
                  </a:lnTo>
                  <a:close/>
                </a:path>
                <a:path w="2569845" h="781050">
                  <a:moveTo>
                    <a:pt x="423430" y="771525"/>
                  </a:moveTo>
                  <a:lnTo>
                    <a:pt x="395185" y="771525"/>
                  </a:lnTo>
                  <a:lnTo>
                    <a:pt x="395185" y="781050"/>
                  </a:lnTo>
                  <a:lnTo>
                    <a:pt x="423430" y="781050"/>
                  </a:lnTo>
                  <a:lnTo>
                    <a:pt x="423430" y="771525"/>
                  </a:lnTo>
                  <a:close/>
                </a:path>
                <a:path w="2569845" h="781050">
                  <a:moveTo>
                    <a:pt x="423430" y="0"/>
                  </a:moveTo>
                  <a:lnTo>
                    <a:pt x="395185" y="0"/>
                  </a:lnTo>
                  <a:lnTo>
                    <a:pt x="395185" y="9525"/>
                  </a:lnTo>
                  <a:lnTo>
                    <a:pt x="423430" y="9525"/>
                  </a:lnTo>
                  <a:lnTo>
                    <a:pt x="423430" y="0"/>
                  </a:lnTo>
                  <a:close/>
                </a:path>
                <a:path w="2569845" h="781050">
                  <a:moveTo>
                    <a:pt x="479907" y="771525"/>
                  </a:moveTo>
                  <a:lnTo>
                    <a:pt x="451662" y="771525"/>
                  </a:lnTo>
                  <a:lnTo>
                    <a:pt x="451662" y="781050"/>
                  </a:lnTo>
                  <a:lnTo>
                    <a:pt x="479907" y="781050"/>
                  </a:lnTo>
                  <a:lnTo>
                    <a:pt x="479907" y="771525"/>
                  </a:lnTo>
                  <a:close/>
                </a:path>
                <a:path w="2569845" h="781050">
                  <a:moveTo>
                    <a:pt x="479907" y="0"/>
                  </a:moveTo>
                  <a:lnTo>
                    <a:pt x="451662" y="0"/>
                  </a:lnTo>
                  <a:lnTo>
                    <a:pt x="451662" y="9525"/>
                  </a:lnTo>
                  <a:lnTo>
                    <a:pt x="479907" y="9525"/>
                  </a:lnTo>
                  <a:lnTo>
                    <a:pt x="479907" y="0"/>
                  </a:lnTo>
                  <a:close/>
                </a:path>
                <a:path w="2569845" h="781050">
                  <a:moveTo>
                    <a:pt x="536384" y="771525"/>
                  </a:moveTo>
                  <a:lnTo>
                    <a:pt x="508152" y="771525"/>
                  </a:lnTo>
                  <a:lnTo>
                    <a:pt x="508152" y="781050"/>
                  </a:lnTo>
                  <a:lnTo>
                    <a:pt x="536384" y="781050"/>
                  </a:lnTo>
                  <a:lnTo>
                    <a:pt x="536384" y="771525"/>
                  </a:lnTo>
                  <a:close/>
                </a:path>
                <a:path w="2569845" h="781050">
                  <a:moveTo>
                    <a:pt x="536384" y="0"/>
                  </a:moveTo>
                  <a:lnTo>
                    <a:pt x="508152" y="0"/>
                  </a:lnTo>
                  <a:lnTo>
                    <a:pt x="508152" y="9525"/>
                  </a:lnTo>
                  <a:lnTo>
                    <a:pt x="536384" y="9525"/>
                  </a:lnTo>
                  <a:lnTo>
                    <a:pt x="536384" y="0"/>
                  </a:lnTo>
                  <a:close/>
                </a:path>
                <a:path w="2569845" h="781050">
                  <a:moveTo>
                    <a:pt x="592861" y="771525"/>
                  </a:moveTo>
                  <a:lnTo>
                    <a:pt x="564629" y="771525"/>
                  </a:lnTo>
                  <a:lnTo>
                    <a:pt x="564629" y="781050"/>
                  </a:lnTo>
                  <a:lnTo>
                    <a:pt x="592861" y="781050"/>
                  </a:lnTo>
                  <a:lnTo>
                    <a:pt x="592861" y="771525"/>
                  </a:lnTo>
                  <a:close/>
                </a:path>
                <a:path w="2569845" h="781050">
                  <a:moveTo>
                    <a:pt x="592861" y="0"/>
                  </a:moveTo>
                  <a:lnTo>
                    <a:pt x="564629" y="0"/>
                  </a:lnTo>
                  <a:lnTo>
                    <a:pt x="564629" y="9525"/>
                  </a:lnTo>
                  <a:lnTo>
                    <a:pt x="592861" y="9525"/>
                  </a:lnTo>
                  <a:lnTo>
                    <a:pt x="592861" y="0"/>
                  </a:lnTo>
                  <a:close/>
                </a:path>
                <a:path w="2569845" h="781050">
                  <a:moveTo>
                    <a:pt x="649338" y="771525"/>
                  </a:moveTo>
                  <a:lnTo>
                    <a:pt x="621106" y="771525"/>
                  </a:lnTo>
                  <a:lnTo>
                    <a:pt x="621106" y="781050"/>
                  </a:lnTo>
                  <a:lnTo>
                    <a:pt x="649338" y="781050"/>
                  </a:lnTo>
                  <a:lnTo>
                    <a:pt x="649338" y="771525"/>
                  </a:lnTo>
                  <a:close/>
                </a:path>
                <a:path w="2569845" h="781050">
                  <a:moveTo>
                    <a:pt x="649338" y="0"/>
                  </a:moveTo>
                  <a:lnTo>
                    <a:pt x="621106" y="0"/>
                  </a:lnTo>
                  <a:lnTo>
                    <a:pt x="621106" y="9525"/>
                  </a:lnTo>
                  <a:lnTo>
                    <a:pt x="649338" y="9525"/>
                  </a:lnTo>
                  <a:lnTo>
                    <a:pt x="649338" y="0"/>
                  </a:lnTo>
                  <a:close/>
                </a:path>
                <a:path w="2569845" h="781050">
                  <a:moveTo>
                    <a:pt x="705815" y="771525"/>
                  </a:moveTo>
                  <a:lnTo>
                    <a:pt x="677583" y="771525"/>
                  </a:lnTo>
                  <a:lnTo>
                    <a:pt x="677583" y="781050"/>
                  </a:lnTo>
                  <a:lnTo>
                    <a:pt x="705815" y="781050"/>
                  </a:lnTo>
                  <a:lnTo>
                    <a:pt x="705815" y="771525"/>
                  </a:lnTo>
                  <a:close/>
                </a:path>
                <a:path w="2569845" h="781050">
                  <a:moveTo>
                    <a:pt x="705815" y="0"/>
                  </a:moveTo>
                  <a:lnTo>
                    <a:pt x="677583" y="0"/>
                  </a:lnTo>
                  <a:lnTo>
                    <a:pt x="677583" y="9525"/>
                  </a:lnTo>
                  <a:lnTo>
                    <a:pt x="705815" y="9525"/>
                  </a:lnTo>
                  <a:lnTo>
                    <a:pt x="705815" y="0"/>
                  </a:lnTo>
                  <a:close/>
                </a:path>
                <a:path w="2569845" h="781050">
                  <a:moveTo>
                    <a:pt x="762292" y="771525"/>
                  </a:moveTo>
                  <a:lnTo>
                    <a:pt x="734060" y="771525"/>
                  </a:lnTo>
                  <a:lnTo>
                    <a:pt x="734060" y="781050"/>
                  </a:lnTo>
                  <a:lnTo>
                    <a:pt x="762292" y="781050"/>
                  </a:lnTo>
                  <a:lnTo>
                    <a:pt x="762292" y="771525"/>
                  </a:lnTo>
                  <a:close/>
                </a:path>
                <a:path w="2569845" h="781050">
                  <a:moveTo>
                    <a:pt x="762292" y="0"/>
                  </a:moveTo>
                  <a:lnTo>
                    <a:pt x="734060" y="0"/>
                  </a:lnTo>
                  <a:lnTo>
                    <a:pt x="734060" y="9525"/>
                  </a:lnTo>
                  <a:lnTo>
                    <a:pt x="762292" y="9525"/>
                  </a:lnTo>
                  <a:lnTo>
                    <a:pt x="762292" y="0"/>
                  </a:lnTo>
                  <a:close/>
                </a:path>
                <a:path w="2569845" h="781050">
                  <a:moveTo>
                    <a:pt x="818769" y="771525"/>
                  </a:moveTo>
                  <a:lnTo>
                    <a:pt x="790536" y="771525"/>
                  </a:lnTo>
                  <a:lnTo>
                    <a:pt x="790536" y="781050"/>
                  </a:lnTo>
                  <a:lnTo>
                    <a:pt x="818769" y="781050"/>
                  </a:lnTo>
                  <a:lnTo>
                    <a:pt x="818769" y="771525"/>
                  </a:lnTo>
                  <a:close/>
                </a:path>
                <a:path w="2569845" h="781050">
                  <a:moveTo>
                    <a:pt x="818769" y="0"/>
                  </a:moveTo>
                  <a:lnTo>
                    <a:pt x="790536" y="0"/>
                  </a:lnTo>
                  <a:lnTo>
                    <a:pt x="790536" y="9525"/>
                  </a:lnTo>
                  <a:lnTo>
                    <a:pt x="818769" y="9525"/>
                  </a:lnTo>
                  <a:lnTo>
                    <a:pt x="818769" y="0"/>
                  </a:lnTo>
                  <a:close/>
                </a:path>
                <a:path w="2569845" h="781050">
                  <a:moveTo>
                    <a:pt x="875258" y="771525"/>
                  </a:moveTo>
                  <a:lnTo>
                    <a:pt x="847013" y="771525"/>
                  </a:lnTo>
                  <a:lnTo>
                    <a:pt x="847013" y="781050"/>
                  </a:lnTo>
                  <a:lnTo>
                    <a:pt x="875258" y="781050"/>
                  </a:lnTo>
                  <a:lnTo>
                    <a:pt x="875258" y="771525"/>
                  </a:lnTo>
                  <a:close/>
                </a:path>
                <a:path w="2569845" h="781050">
                  <a:moveTo>
                    <a:pt x="875258" y="0"/>
                  </a:moveTo>
                  <a:lnTo>
                    <a:pt x="847013" y="0"/>
                  </a:lnTo>
                  <a:lnTo>
                    <a:pt x="847013" y="9525"/>
                  </a:lnTo>
                  <a:lnTo>
                    <a:pt x="875258" y="9525"/>
                  </a:lnTo>
                  <a:lnTo>
                    <a:pt x="875258" y="0"/>
                  </a:lnTo>
                  <a:close/>
                </a:path>
                <a:path w="2569845" h="781050">
                  <a:moveTo>
                    <a:pt x="931735" y="771525"/>
                  </a:moveTo>
                  <a:lnTo>
                    <a:pt x="903490" y="771525"/>
                  </a:lnTo>
                  <a:lnTo>
                    <a:pt x="903490" y="781050"/>
                  </a:lnTo>
                  <a:lnTo>
                    <a:pt x="931735" y="781050"/>
                  </a:lnTo>
                  <a:lnTo>
                    <a:pt x="931735" y="771525"/>
                  </a:lnTo>
                  <a:close/>
                </a:path>
                <a:path w="2569845" h="781050">
                  <a:moveTo>
                    <a:pt x="931735" y="0"/>
                  </a:moveTo>
                  <a:lnTo>
                    <a:pt x="903490" y="0"/>
                  </a:lnTo>
                  <a:lnTo>
                    <a:pt x="903490" y="9525"/>
                  </a:lnTo>
                  <a:lnTo>
                    <a:pt x="931735" y="9525"/>
                  </a:lnTo>
                  <a:lnTo>
                    <a:pt x="931735" y="0"/>
                  </a:lnTo>
                  <a:close/>
                </a:path>
                <a:path w="2569845" h="781050">
                  <a:moveTo>
                    <a:pt x="988212" y="771525"/>
                  </a:moveTo>
                  <a:lnTo>
                    <a:pt x="959967" y="771525"/>
                  </a:lnTo>
                  <a:lnTo>
                    <a:pt x="959967" y="781050"/>
                  </a:lnTo>
                  <a:lnTo>
                    <a:pt x="988212" y="781050"/>
                  </a:lnTo>
                  <a:lnTo>
                    <a:pt x="988212" y="771525"/>
                  </a:lnTo>
                  <a:close/>
                </a:path>
                <a:path w="2569845" h="781050">
                  <a:moveTo>
                    <a:pt x="988212" y="0"/>
                  </a:moveTo>
                  <a:lnTo>
                    <a:pt x="959967" y="0"/>
                  </a:lnTo>
                  <a:lnTo>
                    <a:pt x="959967" y="9525"/>
                  </a:lnTo>
                  <a:lnTo>
                    <a:pt x="988212" y="9525"/>
                  </a:lnTo>
                  <a:lnTo>
                    <a:pt x="988212" y="0"/>
                  </a:lnTo>
                  <a:close/>
                </a:path>
                <a:path w="2569845" h="781050">
                  <a:moveTo>
                    <a:pt x="1044689" y="771525"/>
                  </a:moveTo>
                  <a:lnTo>
                    <a:pt x="1016444" y="771525"/>
                  </a:lnTo>
                  <a:lnTo>
                    <a:pt x="1016444" y="781050"/>
                  </a:lnTo>
                  <a:lnTo>
                    <a:pt x="1044689" y="781050"/>
                  </a:lnTo>
                  <a:lnTo>
                    <a:pt x="1044689" y="771525"/>
                  </a:lnTo>
                  <a:close/>
                </a:path>
                <a:path w="2569845" h="781050">
                  <a:moveTo>
                    <a:pt x="1044689" y="0"/>
                  </a:moveTo>
                  <a:lnTo>
                    <a:pt x="1016444" y="0"/>
                  </a:lnTo>
                  <a:lnTo>
                    <a:pt x="1016444" y="9525"/>
                  </a:lnTo>
                  <a:lnTo>
                    <a:pt x="1044689" y="9525"/>
                  </a:lnTo>
                  <a:lnTo>
                    <a:pt x="1044689" y="0"/>
                  </a:lnTo>
                  <a:close/>
                </a:path>
                <a:path w="2569845" h="781050">
                  <a:moveTo>
                    <a:pt x="1101166" y="771525"/>
                  </a:moveTo>
                  <a:lnTo>
                    <a:pt x="1072921" y="771525"/>
                  </a:lnTo>
                  <a:lnTo>
                    <a:pt x="1072921" y="781050"/>
                  </a:lnTo>
                  <a:lnTo>
                    <a:pt x="1101166" y="781050"/>
                  </a:lnTo>
                  <a:lnTo>
                    <a:pt x="1101166" y="771525"/>
                  </a:lnTo>
                  <a:close/>
                </a:path>
                <a:path w="2569845" h="781050">
                  <a:moveTo>
                    <a:pt x="1101166" y="0"/>
                  </a:moveTo>
                  <a:lnTo>
                    <a:pt x="1072921" y="0"/>
                  </a:lnTo>
                  <a:lnTo>
                    <a:pt x="1072921" y="9525"/>
                  </a:lnTo>
                  <a:lnTo>
                    <a:pt x="1101166" y="9525"/>
                  </a:lnTo>
                  <a:lnTo>
                    <a:pt x="1101166" y="0"/>
                  </a:lnTo>
                  <a:close/>
                </a:path>
                <a:path w="2569845" h="781050">
                  <a:moveTo>
                    <a:pt x="1157643" y="771525"/>
                  </a:moveTo>
                  <a:lnTo>
                    <a:pt x="1129398" y="771525"/>
                  </a:lnTo>
                  <a:lnTo>
                    <a:pt x="1129398" y="781050"/>
                  </a:lnTo>
                  <a:lnTo>
                    <a:pt x="1157643" y="781050"/>
                  </a:lnTo>
                  <a:lnTo>
                    <a:pt x="1157643" y="771525"/>
                  </a:lnTo>
                  <a:close/>
                </a:path>
                <a:path w="2569845" h="781050">
                  <a:moveTo>
                    <a:pt x="1157643" y="0"/>
                  </a:moveTo>
                  <a:lnTo>
                    <a:pt x="1129398" y="0"/>
                  </a:lnTo>
                  <a:lnTo>
                    <a:pt x="1129398" y="9525"/>
                  </a:lnTo>
                  <a:lnTo>
                    <a:pt x="1157643" y="9525"/>
                  </a:lnTo>
                  <a:lnTo>
                    <a:pt x="1157643" y="0"/>
                  </a:lnTo>
                  <a:close/>
                </a:path>
                <a:path w="2569845" h="781050">
                  <a:moveTo>
                    <a:pt x="1214120" y="771525"/>
                  </a:moveTo>
                  <a:lnTo>
                    <a:pt x="1185875" y="771525"/>
                  </a:lnTo>
                  <a:lnTo>
                    <a:pt x="1185875" y="781050"/>
                  </a:lnTo>
                  <a:lnTo>
                    <a:pt x="1214120" y="781050"/>
                  </a:lnTo>
                  <a:lnTo>
                    <a:pt x="1214120" y="771525"/>
                  </a:lnTo>
                  <a:close/>
                </a:path>
                <a:path w="2569845" h="781050">
                  <a:moveTo>
                    <a:pt x="1214120" y="0"/>
                  </a:moveTo>
                  <a:lnTo>
                    <a:pt x="1185875" y="0"/>
                  </a:lnTo>
                  <a:lnTo>
                    <a:pt x="1185875" y="9525"/>
                  </a:lnTo>
                  <a:lnTo>
                    <a:pt x="1214120" y="9525"/>
                  </a:lnTo>
                  <a:lnTo>
                    <a:pt x="1214120" y="0"/>
                  </a:lnTo>
                  <a:close/>
                </a:path>
                <a:path w="2569845" h="781050">
                  <a:moveTo>
                    <a:pt x="1270596" y="771525"/>
                  </a:moveTo>
                  <a:lnTo>
                    <a:pt x="1242364" y="771525"/>
                  </a:lnTo>
                  <a:lnTo>
                    <a:pt x="1242364" y="781050"/>
                  </a:lnTo>
                  <a:lnTo>
                    <a:pt x="1270596" y="781050"/>
                  </a:lnTo>
                  <a:lnTo>
                    <a:pt x="1270596" y="771525"/>
                  </a:lnTo>
                  <a:close/>
                </a:path>
                <a:path w="2569845" h="781050">
                  <a:moveTo>
                    <a:pt x="1270596" y="0"/>
                  </a:moveTo>
                  <a:lnTo>
                    <a:pt x="1242364" y="0"/>
                  </a:lnTo>
                  <a:lnTo>
                    <a:pt x="1242364" y="9525"/>
                  </a:lnTo>
                  <a:lnTo>
                    <a:pt x="1270596" y="9525"/>
                  </a:lnTo>
                  <a:lnTo>
                    <a:pt x="1270596" y="0"/>
                  </a:lnTo>
                  <a:close/>
                </a:path>
                <a:path w="2569845" h="781050">
                  <a:moveTo>
                    <a:pt x="1327073" y="771525"/>
                  </a:moveTo>
                  <a:lnTo>
                    <a:pt x="1298841" y="771525"/>
                  </a:lnTo>
                  <a:lnTo>
                    <a:pt x="1298841" y="781050"/>
                  </a:lnTo>
                  <a:lnTo>
                    <a:pt x="1327073" y="781050"/>
                  </a:lnTo>
                  <a:lnTo>
                    <a:pt x="1327073" y="771525"/>
                  </a:lnTo>
                  <a:close/>
                </a:path>
                <a:path w="2569845" h="781050">
                  <a:moveTo>
                    <a:pt x="1327073" y="0"/>
                  </a:moveTo>
                  <a:lnTo>
                    <a:pt x="1298841" y="0"/>
                  </a:lnTo>
                  <a:lnTo>
                    <a:pt x="1298841" y="9525"/>
                  </a:lnTo>
                  <a:lnTo>
                    <a:pt x="1327073" y="9525"/>
                  </a:lnTo>
                  <a:lnTo>
                    <a:pt x="1327073" y="0"/>
                  </a:lnTo>
                  <a:close/>
                </a:path>
                <a:path w="2569845" h="781050">
                  <a:moveTo>
                    <a:pt x="1383550" y="771525"/>
                  </a:moveTo>
                  <a:lnTo>
                    <a:pt x="1355318" y="771525"/>
                  </a:lnTo>
                  <a:lnTo>
                    <a:pt x="1355318" y="781050"/>
                  </a:lnTo>
                  <a:lnTo>
                    <a:pt x="1383550" y="781050"/>
                  </a:lnTo>
                  <a:lnTo>
                    <a:pt x="1383550" y="771525"/>
                  </a:lnTo>
                  <a:close/>
                </a:path>
                <a:path w="2569845" h="781050">
                  <a:moveTo>
                    <a:pt x="1383550" y="0"/>
                  </a:moveTo>
                  <a:lnTo>
                    <a:pt x="1355318" y="0"/>
                  </a:lnTo>
                  <a:lnTo>
                    <a:pt x="1355318" y="9525"/>
                  </a:lnTo>
                  <a:lnTo>
                    <a:pt x="1383550" y="9525"/>
                  </a:lnTo>
                  <a:lnTo>
                    <a:pt x="1383550" y="0"/>
                  </a:lnTo>
                  <a:close/>
                </a:path>
                <a:path w="2569845" h="781050">
                  <a:moveTo>
                    <a:pt x="1440027" y="771525"/>
                  </a:moveTo>
                  <a:lnTo>
                    <a:pt x="1411795" y="771525"/>
                  </a:lnTo>
                  <a:lnTo>
                    <a:pt x="1411795" y="781050"/>
                  </a:lnTo>
                  <a:lnTo>
                    <a:pt x="1440027" y="781050"/>
                  </a:lnTo>
                  <a:lnTo>
                    <a:pt x="1440027" y="771525"/>
                  </a:lnTo>
                  <a:close/>
                </a:path>
                <a:path w="2569845" h="781050">
                  <a:moveTo>
                    <a:pt x="1440027" y="0"/>
                  </a:moveTo>
                  <a:lnTo>
                    <a:pt x="1411795" y="0"/>
                  </a:lnTo>
                  <a:lnTo>
                    <a:pt x="1411795" y="9525"/>
                  </a:lnTo>
                  <a:lnTo>
                    <a:pt x="1440027" y="9525"/>
                  </a:lnTo>
                  <a:lnTo>
                    <a:pt x="1440027" y="0"/>
                  </a:lnTo>
                  <a:close/>
                </a:path>
                <a:path w="2569845" h="781050">
                  <a:moveTo>
                    <a:pt x="1496504" y="771525"/>
                  </a:moveTo>
                  <a:lnTo>
                    <a:pt x="1468272" y="771525"/>
                  </a:lnTo>
                  <a:lnTo>
                    <a:pt x="1468272" y="781050"/>
                  </a:lnTo>
                  <a:lnTo>
                    <a:pt x="1496504" y="781050"/>
                  </a:lnTo>
                  <a:lnTo>
                    <a:pt x="1496504" y="771525"/>
                  </a:lnTo>
                  <a:close/>
                </a:path>
                <a:path w="2569845" h="781050">
                  <a:moveTo>
                    <a:pt x="1496504" y="0"/>
                  </a:moveTo>
                  <a:lnTo>
                    <a:pt x="1468272" y="0"/>
                  </a:lnTo>
                  <a:lnTo>
                    <a:pt x="1468272" y="9525"/>
                  </a:lnTo>
                  <a:lnTo>
                    <a:pt x="1496504" y="9525"/>
                  </a:lnTo>
                  <a:lnTo>
                    <a:pt x="1496504" y="0"/>
                  </a:lnTo>
                  <a:close/>
                </a:path>
                <a:path w="2569845" h="781050">
                  <a:moveTo>
                    <a:pt x="1552981" y="771525"/>
                  </a:moveTo>
                  <a:lnTo>
                    <a:pt x="1524749" y="771525"/>
                  </a:lnTo>
                  <a:lnTo>
                    <a:pt x="1524749" y="781050"/>
                  </a:lnTo>
                  <a:lnTo>
                    <a:pt x="1552981" y="781050"/>
                  </a:lnTo>
                  <a:lnTo>
                    <a:pt x="1552981" y="771525"/>
                  </a:lnTo>
                  <a:close/>
                </a:path>
                <a:path w="2569845" h="781050">
                  <a:moveTo>
                    <a:pt x="1552981" y="0"/>
                  </a:moveTo>
                  <a:lnTo>
                    <a:pt x="1524749" y="0"/>
                  </a:lnTo>
                  <a:lnTo>
                    <a:pt x="1524749" y="9525"/>
                  </a:lnTo>
                  <a:lnTo>
                    <a:pt x="1552981" y="9525"/>
                  </a:lnTo>
                  <a:lnTo>
                    <a:pt x="1552981" y="0"/>
                  </a:lnTo>
                  <a:close/>
                </a:path>
                <a:path w="2569845" h="781050">
                  <a:moveTo>
                    <a:pt x="1609471" y="771525"/>
                  </a:moveTo>
                  <a:lnTo>
                    <a:pt x="1581226" y="771525"/>
                  </a:lnTo>
                  <a:lnTo>
                    <a:pt x="1581226" y="781050"/>
                  </a:lnTo>
                  <a:lnTo>
                    <a:pt x="1609471" y="781050"/>
                  </a:lnTo>
                  <a:lnTo>
                    <a:pt x="1609471" y="771525"/>
                  </a:lnTo>
                  <a:close/>
                </a:path>
                <a:path w="2569845" h="781050">
                  <a:moveTo>
                    <a:pt x="1609471" y="0"/>
                  </a:moveTo>
                  <a:lnTo>
                    <a:pt x="1581226" y="0"/>
                  </a:lnTo>
                  <a:lnTo>
                    <a:pt x="1581226" y="9525"/>
                  </a:lnTo>
                  <a:lnTo>
                    <a:pt x="1609471" y="9525"/>
                  </a:lnTo>
                  <a:lnTo>
                    <a:pt x="1609471" y="0"/>
                  </a:lnTo>
                  <a:close/>
                </a:path>
                <a:path w="2569845" h="781050">
                  <a:moveTo>
                    <a:pt x="1665947" y="771525"/>
                  </a:moveTo>
                  <a:lnTo>
                    <a:pt x="1637703" y="771525"/>
                  </a:lnTo>
                  <a:lnTo>
                    <a:pt x="1637703" y="781050"/>
                  </a:lnTo>
                  <a:lnTo>
                    <a:pt x="1665947" y="781050"/>
                  </a:lnTo>
                  <a:lnTo>
                    <a:pt x="1665947" y="771525"/>
                  </a:lnTo>
                  <a:close/>
                </a:path>
                <a:path w="2569845" h="781050">
                  <a:moveTo>
                    <a:pt x="1665947" y="0"/>
                  </a:moveTo>
                  <a:lnTo>
                    <a:pt x="1637703" y="0"/>
                  </a:lnTo>
                  <a:lnTo>
                    <a:pt x="1637703" y="9525"/>
                  </a:lnTo>
                  <a:lnTo>
                    <a:pt x="1665947" y="9525"/>
                  </a:lnTo>
                  <a:lnTo>
                    <a:pt x="1665947" y="0"/>
                  </a:lnTo>
                  <a:close/>
                </a:path>
                <a:path w="2569845" h="781050">
                  <a:moveTo>
                    <a:pt x="1722424" y="771525"/>
                  </a:moveTo>
                  <a:lnTo>
                    <a:pt x="1694180" y="771525"/>
                  </a:lnTo>
                  <a:lnTo>
                    <a:pt x="1694180" y="781050"/>
                  </a:lnTo>
                  <a:lnTo>
                    <a:pt x="1722424" y="781050"/>
                  </a:lnTo>
                  <a:lnTo>
                    <a:pt x="1722424" y="771525"/>
                  </a:lnTo>
                  <a:close/>
                </a:path>
                <a:path w="2569845" h="781050">
                  <a:moveTo>
                    <a:pt x="1722424" y="0"/>
                  </a:moveTo>
                  <a:lnTo>
                    <a:pt x="1694180" y="0"/>
                  </a:lnTo>
                  <a:lnTo>
                    <a:pt x="1694180" y="9525"/>
                  </a:lnTo>
                  <a:lnTo>
                    <a:pt x="1722424" y="9525"/>
                  </a:lnTo>
                  <a:lnTo>
                    <a:pt x="1722424" y="0"/>
                  </a:lnTo>
                  <a:close/>
                </a:path>
                <a:path w="2569845" h="781050">
                  <a:moveTo>
                    <a:pt x="1778901" y="771525"/>
                  </a:moveTo>
                  <a:lnTo>
                    <a:pt x="1750656" y="771525"/>
                  </a:lnTo>
                  <a:lnTo>
                    <a:pt x="1750656" y="781050"/>
                  </a:lnTo>
                  <a:lnTo>
                    <a:pt x="1778901" y="781050"/>
                  </a:lnTo>
                  <a:lnTo>
                    <a:pt x="1778901" y="771525"/>
                  </a:lnTo>
                  <a:close/>
                </a:path>
                <a:path w="2569845" h="781050">
                  <a:moveTo>
                    <a:pt x="1778901" y="0"/>
                  </a:moveTo>
                  <a:lnTo>
                    <a:pt x="1750656" y="0"/>
                  </a:lnTo>
                  <a:lnTo>
                    <a:pt x="1750656" y="9525"/>
                  </a:lnTo>
                  <a:lnTo>
                    <a:pt x="1778901" y="9525"/>
                  </a:lnTo>
                  <a:lnTo>
                    <a:pt x="1778901" y="0"/>
                  </a:lnTo>
                  <a:close/>
                </a:path>
                <a:path w="2569845" h="781050">
                  <a:moveTo>
                    <a:pt x="1835378" y="771525"/>
                  </a:moveTo>
                  <a:lnTo>
                    <a:pt x="1807133" y="771525"/>
                  </a:lnTo>
                  <a:lnTo>
                    <a:pt x="1807133" y="781050"/>
                  </a:lnTo>
                  <a:lnTo>
                    <a:pt x="1835378" y="781050"/>
                  </a:lnTo>
                  <a:lnTo>
                    <a:pt x="1835378" y="771525"/>
                  </a:lnTo>
                  <a:close/>
                </a:path>
                <a:path w="2569845" h="781050">
                  <a:moveTo>
                    <a:pt x="1835378" y="0"/>
                  </a:moveTo>
                  <a:lnTo>
                    <a:pt x="1807133" y="0"/>
                  </a:lnTo>
                  <a:lnTo>
                    <a:pt x="1807133" y="9525"/>
                  </a:lnTo>
                  <a:lnTo>
                    <a:pt x="1835378" y="9525"/>
                  </a:lnTo>
                  <a:lnTo>
                    <a:pt x="1835378" y="0"/>
                  </a:lnTo>
                  <a:close/>
                </a:path>
                <a:path w="2569845" h="781050">
                  <a:moveTo>
                    <a:pt x="1891855" y="771525"/>
                  </a:moveTo>
                  <a:lnTo>
                    <a:pt x="1863610" y="771525"/>
                  </a:lnTo>
                  <a:lnTo>
                    <a:pt x="1863610" y="781050"/>
                  </a:lnTo>
                  <a:lnTo>
                    <a:pt x="1891855" y="781050"/>
                  </a:lnTo>
                  <a:lnTo>
                    <a:pt x="1891855" y="771525"/>
                  </a:lnTo>
                  <a:close/>
                </a:path>
                <a:path w="2569845" h="781050">
                  <a:moveTo>
                    <a:pt x="1891855" y="0"/>
                  </a:moveTo>
                  <a:lnTo>
                    <a:pt x="1863610" y="0"/>
                  </a:lnTo>
                  <a:lnTo>
                    <a:pt x="1863610" y="9525"/>
                  </a:lnTo>
                  <a:lnTo>
                    <a:pt x="1891855" y="9525"/>
                  </a:lnTo>
                  <a:lnTo>
                    <a:pt x="1891855" y="0"/>
                  </a:lnTo>
                  <a:close/>
                </a:path>
                <a:path w="2569845" h="781050">
                  <a:moveTo>
                    <a:pt x="1948332" y="771525"/>
                  </a:moveTo>
                  <a:lnTo>
                    <a:pt x="1920087" y="771525"/>
                  </a:lnTo>
                  <a:lnTo>
                    <a:pt x="1920087" y="781050"/>
                  </a:lnTo>
                  <a:lnTo>
                    <a:pt x="1948332" y="781050"/>
                  </a:lnTo>
                  <a:lnTo>
                    <a:pt x="1948332" y="771525"/>
                  </a:lnTo>
                  <a:close/>
                </a:path>
                <a:path w="2569845" h="781050">
                  <a:moveTo>
                    <a:pt x="1948332" y="0"/>
                  </a:moveTo>
                  <a:lnTo>
                    <a:pt x="1920087" y="0"/>
                  </a:lnTo>
                  <a:lnTo>
                    <a:pt x="1920087" y="9525"/>
                  </a:lnTo>
                  <a:lnTo>
                    <a:pt x="1948332" y="9525"/>
                  </a:lnTo>
                  <a:lnTo>
                    <a:pt x="1948332" y="0"/>
                  </a:lnTo>
                  <a:close/>
                </a:path>
                <a:path w="2569845" h="781050">
                  <a:moveTo>
                    <a:pt x="2004809" y="771525"/>
                  </a:moveTo>
                  <a:lnTo>
                    <a:pt x="1976577" y="771525"/>
                  </a:lnTo>
                  <a:lnTo>
                    <a:pt x="1976577" y="781050"/>
                  </a:lnTo>
                  <a:lnTo>
                    <a:pt x="2004809" y="781050"/>
                  </a:lnTo>
                  <a:lnTo>
                    <a:pt x="2004809" y="771525"/>
                  </a:lnTo>
                  <a:close/>
                </a:path>
                <a:path w="2569845" h="781050">
                  <a:moveTo>
                    <a:pt x="2004809" y="0"/>
                  </a:moveTo>
                  <a:lnTo>
                    <a:pt x="1976577" y="0"/>
                  </a:lnTo>
                  <a:lnTo>
                    <a:pt x="1976577" y="9525"/>
                  </a:lnTo>
                  <a:lnTo>
                    <a:pt x="2004809" y="9525"/>
                  </a:lnTo>
                  <a:lnTo>
                    <a:pt x="2004809" y="0"/>
                  </a:lnTo>
                  <a:close/>
                </a:path>
                <a:path w="2569845" h="781050">
                  <a:moveTo>
                    <a:pt x="2061286" y="771525"/>
                  </a:moveTo>
                  <a:lnTo>
                    <a:pt x="2033054" y="771525"/>
                  </a:lnTo>
                  <a:lnTo>
                    <a:pt x="2033054" y="781050"/>
                  </a:lnTo>
                  <a:lnTo>
                    <a:pt x="2061286" y="781050"/>
                  </a:lnTo>
                  <a:lnTo>
                    <a:pt x="2061286" y="771525"/>
                  </a:lnTo>
                  <a:close/>
                </a:path>
                <a:path w="2569845" h="781050">
                  <a:moveTo>
                    <a:pt x="2061286" y="0"/>
                  </a:moveTo>
                  <a:lnTo>
                    <a:pt x="2033054" y="0"/>
                  </a:lnTo>
                  <a:lnTo>
                    <a:pt x="2033054" y="9525"/>
                  </a:lnTo>
                  <a:lnTo>
                    <a:pt x="2061286" y="9525"/>
                  </a:lnTo>
                  <a:lnTo>
                    <a:pt x="2061286" y="0"/>
                  </a:lnTo>
                  <a:close/>
                </a:path>
                <a:path w="2569845" h="781050">
                  <a:moveTo>
                    <a:pt x="2117763" y="771525"/>
                  </a:moveTo>
                  <a:lnTo>
                    <a:pt x="2089531" y="771525"/>
                  </a:lnTo>
                  <a:lnTo>
                    <a:pt x="2089531" y="781050"/>
                  </a:lnTo>
                  <a:lnTo>
                    <a:pt x="2117763" y="781050"/>
                  </a:lnTo>
                  <a:lnTo>
                    <a:pt x="2117763" y="771525"/>
                  </a:lnTo>
                  <a:close/>
                </a:path>
                <a:path w="2569845" h="781050">
                  <a:moveTo>
                    <a:pt x="2117763" y="0"/>
                  </a:moveTo>
                  <a:lnTo>
                    <a:pt x="2089531" y="0"/>
                  </a:lnTo>
                  <a:lnTo>
                    <a:pt x="2089531" y="9525"/>
                  </a:lnTo>
                  <a:lnTo>
                    <a:pt x="2117763" y="9525"/>
                  </a:lnTo>
                  <a:lnTo>
                    <a:pt x="2117763" y="0"/>
                  </a:lnTo>
                  <a:close/>
                </a:path>
                <a:path w="2569845" h="781050">
                  <a:moveTo>
                    <a:pt x="2174240" y="771525"/>
                  </a:moveTo>
                  <a:lnTo>
                    <a:pt x="2146008" y="771525"/>
                  </a:lnTo>
                  <a:lnTo>
                    <a:pt x="2146008" y="781050"/>
                  </a:lnTo>
                  <a:lnTo>
                    <a:pt x="2174240" y="781050"/>
                  </a:lnTo>
                  <a:lnTo>
                    <a:pt x="2174240" y="771525"/>
                  </a:lnTo>
                  <a:close/>
                </a:path>
                <a:path w="2569845" h="781050">
                  <a:moveTo>
                    <a:pt x="2174240" y="0"/>
                  </a:moveTo>
                  <a:lnTo>
                    <a:pt x="2146008" y="0"/>
                  </a:lnTo>
                  <a:lnTo>
                    <a:pt x="2146008" y="9525"/>
                  </a:lnTo>
                  <a:lnTo>
                    <a:pt x="2174240" y="9525"/>
                  </a:lnTo>
                  <a:lnTo>
                    <a:pt x="2174240" y="0"/>
                  </a:lnTo>
                  <a:close/>
                </a:path>
                <a:path w="2569845" h="781050">
                  <a:moveTo>
                    <a:pt x="2230717" y="771525"/>
                  </a:moveTo>
                  <a:lnTo>
                    <a:pt x="2202484" y="771525"/>
                  </a:lnTo>
                  <a:lnTo>
                    <a:pt x="2202484" y="781050"/>
                  </a:lnTo>
                  <a:lnTo>
                    <a:pt x="2230717" y="781050"/>
                  </a:lnTo>
                  <a:lnTo>
                    <a:pt x="2230717" y="771525"/>
                  </a:lnTo>
                  <a:close/>
                </a:path>
                <a:path w="2569845" h="781050">
                  <a:moveTo>
                    <a:pt x="2230717" y="0"/>
                  </a:moveTo>
                  <a:lnTo>
                    <a:pt x="2202484" y="0"/>
                  </a:lnTo>
                  <a:lnTo>
                    <a:pt x="2202484" y="9525"/>
                  </a:lnTo>
                  <a:lnTo>
                    <a:pt x="2230717" y="9525"/>
                  </a:lnTo>
                  <a:lnTo>
                    <a:pt x="2230717" y="0"/>
                  </a:lnTo>
                  <a:close/>
                </a:path>
                <a:path w="2569845" h="781050">
                  <a:moveTo>
                    <a:pt x="2287193" y="771525"/>
                  </a:moveTo>
                  <a:lnTo>
                    <a:pt x="2258961" y="771525"/>
                  </a:lnTo>
                  <a:lnTo>
                    <a:pt x="2258961" y="781050"/>
                  </a:lnTo>
                  <a:lnTo>
                    <a:pt x="2287193" y="781050"/>
                  </a:lnTo>
                  <a:lnTo>
                    <a:pt x="2287193" y="771525"/>
                  </a:lnTo>
                  <a:close/>
                </a:path>
                <a:path w="2569845" h="781050">
                  <a:moveTo>
                    <a:pt x="2287193" y="0"/>
                  </a:moveTo>
                  <a:lnTo>
                    <a:pt x="2258961" y="0"/>
                  </a:lnTo>
                  <a:lnTo>
                    <a:pt x="2258961" y="9525"/>
                  </a:lnTo>
                  <a:lnTo>
                    <a:pt x="2287193" y="9525"/>
                  </a:lnTo>
                  <a:lnTo>
                    <a:pt x="2287193" y="0"/>
                  </a:lnTo>
                  <a:close/>
                </a:path>
                <a:path w="2569845" h="781050">
                  <a:moveTo>
                    <a:pt x="2343683" y="771525"/>
                  </a:moveTo>
                  <a:lnTo>
                    <a:pt x="2315438" y="771525"/>
                  </a:lnTo>
                  <a:lnTo>
                    <a:pt x="2315438" y="781050"/>
                  </a:lnTo>
                  <a:lnTo>
                    <a:pt x="2343683" y="781050"/>
                  </a:lnTo>
                  <a:lnTo>
                    <a:pt x="2343683" y="771525"/>
                  </a:lnTo>
                  <a:close/>
                </a:path>
                <a:path w="2569845" h="781050">
                  <a:moveTo>
                    <a:pt x="2343683" y="0"/>
                  </a:moveTo>
                  <a:lnTo>
                    <a:pt x="2315438" y="0"/>
                  </a:lnTo>
                  <a:lnTo>
                    <a:pt x="2315438" y="9525"/>
                  </a:lnTo>
                  <a:lnTo>
                    <a:pt x="2343683" y="9525"/>
                  </a:lnTo>
                  <a:lnTo>
                    <a:pt x="2343683" y="0"/>
                  </a:lnTo>
                  <a:close/>
                </a:path>
                <a:path w="2569845" h="781050">
                  <a:moveTo>
                    <a:pt x="2400160" y="771525"/>
                  </a:moveTo>
                  <a:lnTo>
                    <a:pt x="2371915" y="771525"/>
                  </a:lnTo>
                  <a:lnTo>
                    <a:pt x="2371915" y="781050"/>
                  </a:lnTo>
                  <a:lnTo>
                    <a:pt x="2400160" y="781050"/>
                  </a:lnTo>
                  <a:lnTo>
                    <a:pt x="2400160" y="771525"/>
                  </a:lnTo>
                  <a:close/>
                </a:path>
                <a:path w="2569845" h="781050">
                  <a:moveTo>
                    <a:pt x="2400160" y="0"/>
                  </a:moveTo>
                  <a:lnTo>
                    <a:pt x="2371915" y="0"/>
                  </a:lnTo>
                  <a:lnTo>
                    <a:pt x="2371915" y="9525"/>
                  </a:lnTo>
                  <a:lnTo>
                    <a:pt x="2400160" y="9525"/>
                  </a:lnTo>
                  <a:lnTo>
                    <a:pt x="2400160" y="0"/>
                  </a:lnTo>
                  <a:close/>
                </a:path>
                <a:path w="2569845" h="781050">
                  <a:moveTo>
                    <a:pt x="2456637" y="771525"/>
                  </a:moveTo>
                  <a:lnTo>
                    <a:pt x="2428392" y="771525"/>
                  </a:lnTo>
                  <a:lnTo>
                    <a:pt x="2428392" y="781050"/>
                  </a:lnTo>
                  <a:lnTo>
                    <a:pt x="2456637" y="781050"/>
                  </a:lnTo>
                  <a:lnTo>
                    <a:pt x="2456637" y="771525"/>
                  </a:lnTo>
                  <a:close/>
                </a:path>
                <a:path w="2569845" h="781050">
                  <a:moveTo>
                    <a:pt x="2456637" y="0"/>
                  </a:moveTo>
                  <a:lnTo>
                    <a:pt x="2428392" y="0"/>
                  </a:lnTo>
                  <a:lnTo>
                    <a:pt x="2428392" y="9525"/>
                  </a:lnTo>
                  <a:lnTo>
                    <a:pt x="2456637" y="9525"/>
                  </a:lnTo>
                  <a:lnTo>
                    <a:pt x="2456637" y="0"/>
                  </a:lnTo>
                  <a:close/>
                </a:path>
                <a:path w="2569845" h="781050">
                  <a:moveTo>
                    <a:pt x="2513114" y="771525"/>
                  </a:moveTo>
                  <a:lnTo>
                    <a:pt x="2484869" y="771525"/>
                  </a:lnTo>
                  <a:lnTo>
                    <a:pt x="2484869" y="781050"/>
                  </a:lnTo>
                  <a:lnTo>
                    <a:pt x="2513114" y="781050"/>
                  </a:lnTo>
                  <a:lnTo>
                    <a:pt x="2513114" y="771525"/>
                  </a:lnTo>
                  <a:close/>
                </a:path>
                <a:path w="2569845" h="781050">
                  <a:moveTo>
                    <a:pt x="2513114" y="0"/>
                  </a:moveTo>
                  <a:lnTo>
                    <a:pt x="2484869" y="0"/>
                  </a:lnTo>
                  <a:lnTo>
                    <a:pt x="2484869" y="9525"/>
                  </a:lnTo>
                  <a:lnTo>
                    <a:pt x="2513114" y="9525"/>
                  </a:lnTo>
                  <a:lnTo>
                    <a:pt x="2513114" y="0"/>
                  </a:lnTo>
                  <a:close/>
                </a:path>
                <a:path w="2569845" h="781050">
                  <a:moveTo>
                    <a:pt x="2548712" y="760222"/>
                  </a:moveTo>
                  <a:lnTo>
                    <a:pt x="2521801" y="733425"/>
                  </a:lnTo>
                  <a:lnTo>
                    <a:pt x="2548699" y="760234"/>
                  </a:lnTo>
                  <a:close/>
                </a:path>
                <a:path w="2569845" h="781050">
                  <a:moveTo>
                    <a:pt x="2564358" y="753846"/>
                  </a:moveTo>
                  <a:lnTo>
                    <a:pt x="2555849" y="749769"/>
                  </a:lnTo>
                  <a:lnTo>
                    <a:pt x="2548737" y="760285"/>
                  </a:lnTo>
                  <a:lnTo>
                    <a:pt x="2538412" y="767207"/>
                  </a:lnTo>
                  <a:lnTo>
                    <a:pt x="2521801" y="733425"/>
                  </a:lnTo>
                  <a:lnTo>
                    <a:pt x="2542565" y="775716"/>
                  </a:lnTo>
                  <a:lnTo>
                    <a:pt x="2555062" y="767207"/>
                  </a:lnTo>
                  <a:lnTo>
                    <a:pt x="2555379" y="767003"/>
                  </a:lnTo>
                  <a:lnTo>
                    <a:pt x="2564358" y="753846"/>
                  </a:lnTo>
                  <a:close/>
                </a:path>
                <a:path w="2569845" h="781050">
                  <a:moveTo>
                    <a:pt x="2564358" y="27203"/>
                  </a:moveTo>
                  <a:lnTo>
                    <a:pt x="2555443" y="13995"/>
                  </a:lnTo>
                  <a:lnTo>
                    <a:pt x="2542565" y="5295"/>
                  </a:lnTo>
                  <a:lnTo>
                    <a:pt x="2538412" y="13754"/>
                  </a:lnTo>
                  <a:lnTo>
                    <a:pt x="2548712" y="20713"/>
                  </a:lnTo>
                  <a:lnTo>
                    <a:pt x="2555849" y="31280"/>
                  </a:lnTo>
                  <a:lnTo>
                    <a:pt x="2564358" y="27203"/>
                  </a:lnTo>
                  <a:close/>
                </a:path>
                <a:path w="2569845" h="781050">
                  <a:moveTo>
                    <a:pt x="2569426" y="694677"/>
                  </a:moveTo>
                  <a:lnTo>
                    <a:pt x="2559901" y="694677"/>
                  </a:lnTo>
                  <a:lnTo>
                    <a:pt x="2559901" y="723633"/>
                  </a:lnTo>
                  <a:lnTo>
                    <a:pt x="2569426" y="723633"/>
                  </a:lnTo>
                  <a:lnTo>
                    <a:pt x="2569426" y="694677"/>
                  </a:lnTo>
                  <a:close/>
                </a:path>
                <a:path w="2569845" h="781050">
                  <a:moveTo>
                    <a:pt x="2569426" y="636739"/>
                  </a:moveTo>
                  <a:lnTo>
                    <a:pt x="2559901" y="636739"/>
                  </a:lnTo>
                  <a:lnTo>
                    <a:pt x="2559901" y="665708"/>
                  </a:lnTo>
                  <a:lnTo>
                    <a:pt x="2569426" y="665708"/>
                  </a:lnTo>
                  <a:lnTo>
                    <a:pt x="2569426" y="636739"/>
                  </a:lnTo>
                  <a:close/>
                </a:path>
                <a:path w="2569845" h="781050">
                  <a:moveTo>
                    <a:pt x="2569426" y="578802"/>
                  </a:moveTo>
                  <a:lnTo>
                    <a:pt x="2559901" y="578802"/>
                  </a:lnTo>
                  <a:lnTo>
                    <a:pt x="2559901" y="607771"/>
                  </a:lnTo>
                  <a:lnTo>
                    <a:pt x="2569426" y="607771"/>
                  </a:lnTo>
                  <a:lnTo>
                    <a:pt x="2569426" y="578802"/>
                  </a:lnTo>
                  <a:close/>
                </a:path>
                <a:path w="2569845" h="781050">
                  <a:moveTo>
                    <a:pt x="2569426" y="520877"/>
                  </a:moveTo>
                  <a:lnTo>
                    <a:pt x="2559901" y="520877"/>
                  </a:lnTo>
                  <a:lnTo>
                    <a:pt x="2559901" y="549833"/>
                  </a:lnTo>
                  <a:lnTo>
                    <a:pt x="2569426" y="549833"/>
                  </a:lnTo>
                  <a:lnTo>
                    <a:pt x="2569426" y="520877"/>
                  </a:lnTo>
                  <a:close/>
                </a:path>
                <a:path w="2569845" h="781050">
                  <a:moveTo>
                    <a:pt x="2569426" y="462940"/>
                  </a:moveTo>
                  <a:lnTo>
                    <a:pt x="2559901" y="462940"/>
                  </a:lnTo>
                  <a:lnTo>
                    <a:pt x="2559901" y="491909"/>
                  </a:lnTo>
                  <a:lnTo>
                    <a:pt x="2569426" y="491909"/>
                  </a:lnTo>
                  <a:lnTo>
                    <a:pt x="2569426" y="462940"/>
                  </a:lnTo>
                  <a:close/>
                </a:path>
                <a:path w="2569845" h="781050">
                  <a:moveTo>
                    <a:pt x="2569426" y="405003"/>
                  </a:moveTo>
                  <a:lnTo>
                    <a:pt x="2559901" y="405003"/>
                  </a:lnTo>
                  <a:lnTo>
                    <a:pt x="2559901" y="433971"/>
                  </a:lnTo>
                  <a:lnTo>
                    <a:pt x="2569426" y="433971"/>
                  </a:lnTo>
                  <a:lnTo>
                    <a:pt x="2569426" y="405003"/>
                  </a:lnTo>
                  <a:close/>
                </a:path>
                <a:path w="2569845" h="781050">
                  <a:moveTo>
                    <a:pt x="2569426" y="347078"/>
                  </a:moveTo>
                  <a:lnTo>
                    <a:pt x="2559901" y="347078"/>
                  </a:lnTo>
                  <a:lnTo>
                    <a:pt x="2559901" y="376047"/>
                  </a:lnTo>
                  <a:lnTo>
                    <a:pt x="2569426" y="376047"/>
                  </a:lnTo>
                  <a:lnTo>
                    <a:pt x="2569426" y="347078"/>
                  </a:lnTo>
                  <a:close/>
                </a:path>
                <a:path w="2569845" h="781050">
                  <a:moveTo>
                    <a:pt x="2569426" y="289140"/>
                  </a:moveTo>
                  <a:lnTo>
                    <a:pt x="2559901" y="289140"/>
                  </a:lnTo>
                  <a:lnTo>
                    <a:pt x="2559901" y="318109"/>
                  </a:lnTo>
                  <a:lnTo>
                    <a:pt x="2569426" y="318109"/>
                  </a:lnTo>
                  <a:lnTo>
                    <a:pt x="2569426" y="289140"/>
                  </a:lnTo>
                  <a:close/>
                </a:path>
                <a:path w="2569845" h="781050">
                  <a:moveTo>
                    <a:pt x="2569426" y="231203"/>
                  </a:moveTo>
                  <a:lnTo>
                    <a:pt x="2559901" y="231203"/>
                  </a:lnTo>
                  <a:lnTo>
                    <a:pt x="2559901" y="260172"/>
                  </a:lnTo>
                  <a:lnTo>
                    <a:pt x="2569426" y="260172"/>
                  </a:lnTo>
                  <a:lnTo>
                    <a:pt x="2569426" y="231203"/>
                  </a:lnTo>
                  <a:close/>
                </a:path>
                <a:path w="2569845" h="781050">
                  <a:moveTo>
                    <a:pt x="2569426" y="173278"/>
                  </a:moveTo>
                  <a:lnTo>
                    <a:pt x="2559901" y="173278"/>
                  </a:lnTo>
                  <a:lnTo>
                    <a:pt x="2559901" y="202247"/>
                  </a:lnTo>
                  <a:lnTo>
                    <a:pt x="2569426" y="202247"/>
                  </a:lnTo>
                  <a:lnTo>
                    <a:pt x="2569426" y="173278"/>
                  </a:lnTo>
                  <a:close/>
                </a:path>
                <a:path w="2569845" h="781050">
                  <a:moveTo>
                    <a:pt x="2569426" y="115341"/>
                  </a:moveTo>
                  <a:lnTo>
                    <a:pt x="2559901" y="115341"/>
                  </a:lnTo>
                  <a:lnTo>
                    <a:pt x="2559901" y="144310"/>
                  </a:lnTo>
                  <a:lnTo>
                    <a:pt x="2569426" y="144310"/>
                  </a:lnTo>
                  <a:lnTo>
                    <a:pt x="2569426" y="115341"/>
                  </a:lnTo>
                  <a:close/>
                </a:path>
                <a:path w="2569845" h="781050">
                  <a:moveTo>
                    <a:pt x="2569426" y="57404"/>
                  </a:moveTo>
                  <a:lnTo>
                    <a:pt x="2559901" y="57404"/>
                  </a:lnTo>
                  <a:lnTo>
                    <a:pt x="2559901" y="86372"/>
                  </a:lnTo>
                  <a:lnTo>
                    <a:pt x="2569426" y="86372"/>
                  </a:lnTo>
                  <a:lnTo>
                    <a:pt x="2569426" y="57404"/>
                  </a:lnTo>
                  <a:close/>
                </a:path>
              </a:pathLst>
            </a:custGeom>
            <a:solidFill>
              <a:srgbClr val="CDD4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191500" y="6288570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2521799" y="781049"/>
                  </a:moveTo>
                  <a:lnTo>
                    <a:pt x="47624" y="781049"/>
                  </a:lnTo>
                  <a:lnTo>
                    <a:pt x="29132" y="777291"/>
                  </a:lnTo>
                  <a:lnTo>
                    <a:pt x="13989" y="767059"/>
                  </a:lnTo>
                  <a:lnTo>
                    <a:pt x="3757" y="751916"/>
                  </a:lnTo>
                  <a:lnTo>
                    <a:pt x="0" y="733425"/>
                  </a:lnTo>
                  <a:lnTo>
                    <a:pt x="0" y="47623"/>
                  </a:lnTo>
                  <a:lnTo>
                    <a:pt x="3757" y="29132"/>
                  </a:lnTo>
                  <a:lnTo>
                    <a:pt x="13989" y="13989"/>
                  </a:lnTo>
                  <a:lnTo>
                    <a:pt x="29132" y="3757"/>
                  </a:lnTo>
                  <a:lnTo>
                    <a:pt x="47622" y="0"/>
                  </a:lnTo>
                  <a:lnTo>
                    <a:pt x="2521802" y="0"/>
                  </a:lnTo>
                  <a:lnTo>
                    <a:pt x="2540291" y="3757"/>
                  </a:lnTo>
                  <a:lnTo>
                    <a:pt x="2555435" y="13989"/>
                  </a:lnTo>
                  <a:lnTo>
                    <a:pt x="2565666" y="29132"/>
                  </a:lnTo>
                  <a:lnTo>
                    <a:pt x="2569424" y="47623"/>
                  </a:lnTo>
                  <a:lnTo>
                    <a:pt x="2569424" y="733425"/>
                  </a:lnTo>
                  <a:lnTo>
                    <a:pt x="2565666" y="751916"/>
                  </a:lnTo>
                  <a:lnTo>
                    <a:pt x="2555435" y="767059"/>
                  </a:lnTo>
                  <a:lnTo>
                    <a:pt x="2540291" y="777291"/>
                  </a:lnTo>
                  <a:lnTo>
                    <a:pt x="2521799" y="781049"/>
                  </a:lnTo>
                  <a:close/>
                </a:path>
              </a:pathLst>
            </a:custGeom>
            <a:solidFill>
              <a:srgbClr val="E8EB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7191489" y="6288577"/>
              <a:ext cx="2569845" cy="781050"/>
            </a:xfrm>
            <a:custGeom>
              <a:avLst/>
              <a:gdLst/>
              <a:ahLst/>
              <a:cxnLst/>
              <a:rect l="l" t="t" r="r" b="b"/>
              <a:pathLst>
                <a:path w="2569845" h="781050">
                  <a:moveTo>
                    <a:pt x="9525" y="694677"/>
                  </a:moveTo>
                  <a:lnTo>
                    <a:pt x="0" y="694677"/>
                  </a:lnTo>
                  <a:lnTo>
                    <a:pt x="0" y="723633"/>
                  </a:lnTo>
                  <a:lnTo>
                    <a:pt x="9525" y="723633"/>
                  </a:lnTo>
                  <a:lnTo>
                    <a:pt x="9525" y="694677"/>
                  </a:lnTo>
                  <a:close/>
                </a:path>
                <a:path w="2569845" h="781050">
                  <a:moveTo>
                    <a:pt x="9525" y="636739"/>
                  </a:moveTo>
                  <a:lnTo>
                    <a:pt x="0" y="636739"/>
                  </a:lnTo>
                  <a:lnTo>
                    <a:pt x="0" y="665708"/>
                  </a:lnTo>
                  <a:lnTo>
                    <a:pt x="9525" y="665708"/>
                  </a:lnTo>
                  <a:lnTo>
                    <a:pt x="9525" y="636739"/>
                  </a:lnTo>
                  <a:close/>
                </a:path>
                <a:path w="2569845" h="781050">
                  <a:moveTo>
                    <a:pt x="9525" y="578802"/>
                  </a:moveTo>
                  <a:lnTo>
                    <a:pt x="0" y="578802"/>
                  </a:lnTo>
                  <a:lnTo>
                    <a:pt x="0" y="607771"/>
                  </a:lnTo>
                  <a:lnTo>
                    <a:pt x="9525" y="607771"/>
                  </a:lnTo>
                  <a:lnTo>
                    <a:pt x="9525" y="578802"/>
                  </a:lnTo>
                  <a:close/>
                </a:path>
                <a:path w="2569845" h="781050">
                  <a:moveTo>
                    <a:pt x="9525" y="520877"/>
                  </a:moveTo>
                  <a:lnTo>
                    <a:pt x="0" y="520877"/>
                  </a:lnTo>
                  <a:lnTo>
                    <a:pt x="0" y="549833"/>
                  </a:lnTo>
                  <a:lnTo>
                    <a:pt x="9525" y="549833"/>
                  </a:lnTo>
                  <a:lnTo>
                    <a:pt x="9525" y="520877"/>
                  </a:lnTo>
                  <a:close/>
                </a:path>
                <a:path w="2569845" h="781050">
                  <a:moveTo>
                    <a:pt x="9525" y="462940"/>
                  </a:moveTo>
                  <a:lnTo>
                    <a:pt x="0" y="462940"/>
                  </a:lnTo>
                  <a:lnTo>
                    <a:pt x="0" y="491909"/>
                  </a:lnTo>
                  <a:lnTo>
                    <a:pt x="9525" y="491909"/>
                  </a:lnTo>
                  <a:lnTo>
                    <a:pt x="9525" y="462940"/>
                  </a:lnTo>
                  <a:close/>
                </a:path>
                <a:path w="2569845" h="781050">
                  <a:moveTo>
                    <a:pt x="9525" y="405003"/>
                  </a:moveTo>
                  <a:lnTo>
                    <a:pt x="0" y="405003"/>
                  </a:lnTo>
                  <a:lnTo>
                    <a:pt x="0" y="433971"/>
                  </a:lnTo>
                  <a:lnTo>
                    <a:pt x="9525" y="433971"/>
                  </a:lnTo>
                  <a:lnTo>
                    <a:pt x="9525" y="405003"/>
                  </a:lnTo>
                  <a:close/>
                </a:path>
                <a:path w="2569845" h="781050">
                  <a:moveTo>
                    <a:pt x="9525" y="347078"/>
                  </a:moveTo>
                  <a:lnTo>
                    <a:pt x="0" y="347078"/>
                  </a:lnTo>
                  <a:lnTo>
                    <a:pt x="0" y="376047"/>
                  </a:lnTo>
                  <a:lnTo>
                    <a:pt x="9525" y="376047"/>
                  </a:lnTo>
                  <a:lnTo>
                    <a:pt x="9525" y="347078"/>
                  </a:lnTo>
                  <a:close/>
                </a:path>
                <a:path w="2569845" h="781050">
                  <a:moveTo>
                    <a:pt x="9525" y="289140"/>
                  </a:moveTo>
                  <a:lnTo>
                    <a:pt x="0" y="289140"/>
                  </a:lnTo>
                  <a:lnTo>
                    <a:pt x="0" y="318109"/>
                  </a:lnTo>
                  <a:lnTo>
                    <a:pt x="9525" y="318109"/>
                  </a:lnTo>
                  <a:lnTo>
                    <a:pt x="9525" y="289140"/>
                  </a:lnTo>
                  <a:close/>
                </a:path>
                <a:path w="2569845" h="781050">
                  <a:moveTo>
                    <a:pt x="9525" y="231203"/>
                  </a:moveTo>
                  <a:lnTo>
                    <a:pt x="0" y="231203"/>
                  </a:lnTo>
                  <a:lnTo>
                    <a:pt x="0" y="260172"/>
                  </a:lnTo>
                  <a:lnTo>
                    <a:pt x="9525" y="260172"/>
                  </a:lnTo>
                  <a:lnTo>
                    <a:pt x="9525" y="231203"/>
                  </a:lnTo>
                  <a:close/>
                </a:path>
                <a:path w="2569845" h="781050">
                  <a:moveTo>
                    <a:pt x="9525" y="173278"/>
                  </a:moveTo>
                  <a:lnTo>
                    <a:pt x="0" y="173278"/>
                  </a:lnTo>
                  <a:lnTo>
                    <a:pt x="0" y="202247"/>
                  </a:lnTo>
                  <a:lnTo>
                    <a:pt x="9525" y="202247"/>
                  </a:lnTo>
                  <a:lnTo>
                    <a:pt x="9525" y="173278"/>
                  </a:lnTo>
                  <a:close/>
                </a:path>
                <a:path w="2569845" h="781050">
                  <a:moveTo>
                    <a:pt x="9525" y="115341"/>
                  </a:moveTo>
                  <a:lnTo>
                    <a:pt x="0" y="115341"/>
                  </a:lnTo>
                  <a:lnTo>
                    <a:pt x="0" y="144310"/>
                  </a:lnTo>
                  <a:lnTo>
                    <a:pt x="9525" y="144310"/>
                  </a:lnTo>
                  <a:lnTo>
                    <a:pt x="9525" y="115341"/>
                  </a:lnTo>
                  <a:close/>
                </a:path>
                <a:path w="2569845" h="781050">
                  <a:moveTo>
                    <a:pt x="9525" y="57404"/>
                  </a:moveTo>
                  <a:lnTo>
                    <a:pt x="0" y="57404"/>
                  </a:lnTo>
                  <a:lnTo>
                    <a:pt x="0" y="86372"/>
                  </a:lnTo>
                  <a:lnTo>
                    <a:pt x="9525" y="86372"/>
                  </a:lnTo>
                  <a:lnTo>
                    <a:pt x="9525" y="57404"/>
                  </a:lnTo>
                  <a:close/>
                </a:path>
                <a:path w="2569845" h="781050">
                  <a:moveTo>
                    <a:pt x="31013" y="13754"/>
                  </a:moveTo>
                  <a:lnTo>
                    <a:pt x="26873" y="5295"/>
                  </a:lnTo>
                  <a:lnTo>
                    <a:pt x="13995" y="13995"/>
                  </a:lnTo>
                  <a:lnTo>
                    <a:pt x="5067" y="27190"/>
                  </a:lnTo>
                  <a:lnTo>
                    <a:pt x="13576" y="31280"/>
                  </a:lnTo>
                  <a:lnTo>
                    <a:pt x="20726" y="20713"/>
                  </a:lnTo>
                  <a:lnTo>
                    <a:pt x="31013" y="13754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20726" y="760222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47625" y="733425"/>
                  </a:moveTo>
                  <a:lnTo>
                    <a:pt x="31013" y="767207"/>
                  </a:lnTo>
                  <a:lnTo>
                    <a:pt x="20739" y="760234"/>
                  </a:lnTo>
                  <a:lnTo>
                    <a:pt x="13576" y="749769"/>
                  </a:lnTo>
                  <a:lnTo>
                    <a:pt x="5067" y="753846"/>
                  </a:lnTo>
                  <a:lnTo>
                    <a:pt x="13995" y="767054"/>
                  </a:lnTo>
                  <a:lnTo>
                    <a:pt x="26873" y="775716"/>
                  </a:lnTo>
                  <a:lnTo>
                    <a:pt x="31038" y="767207"/>
                  </a:lnTo>
                  <a:lnTo>
                    <a:pt x="47625" y="733425"/>
                  </a:lnTo>
                  <a:close/>
                </a:path>
                <a:path w="2569845" h="781050">
                  <a:moveTo>
                    <a:pt x="84569" y="771525"/>
                  </a:moveTo>
                  <a:lnTo>
                    <a:pt x="56324" y="771525"/>
                  </a:lnTo>
                  <a:lnTo>
                    <a:pt x="56324" y="781050"/>
                  </a:lnTo>
                  <a:lnTo>
                    <a:pt x="84569" y="781050"/>
                  </a:lnTo>
                  <a:lnTo>
                    <a:pt x="84569" y="771525"/>
                  </a:lnTo>
                  <a:close/>
                </a:path>
                <a:path w="2569845" h="781050">
                  <a:moveTo>
                    <a:pt x="84569" y="0"/>
                  </a:moveTo>
                  <a:lnTo>
                    <a:pt x="56324" y="0"/>
                  </a:lnTo>
                  <a:lnTo>
                    <a:pt x="56324" y="9525"/>
                  </a:lnTo>
                  <a:lnTo>
                    <a:pt x="84569" y="9525"/>
                  </a:lnTo>
                  <a:lnTo>
                    <a:pt x="84569" y="0"/>
                  </a:lnTo>
                  <a:close/>
                </a:path>
                <a:path w="2569845" h="781050">
                  <a:moveTo>
                    <a:pt x="141046" y="771525"/>
                  </a:moveTo>
                  <a:lnTo>
                    <a:pt x="112801" y="771525"/>
                  </a:lnTo>
                  <a:lnTo>
                    <a:pt x="112801" y="781050"/>
                  </a:lnTo>
                  <a:lnTo>
                    <a:pt x="141046" y="781050"/>
                  </a:lnTo>
                  <a:lnTo>
                    <a:pt x="141046" y="771525"/>
                  </a:lnTo>
                  <a:close/>
                </a:path>
                <a:path w="2569845" h="781050">
                  <a:moveTo>
                    <a:pt x="141046" y="0"/>
                  </a:moveTo>
                  <a:lnTo>
                    <a:pt x="112801" y="0"/>
                  </a:lnTo>
                  <a:lnTo>
                    <a:pt x="112801" y="9525"/>
                  </a:lnTo>
                  <a:lnTo>
                    <a:pt x="141046" y="9525"/>
                  </a:lnTo>
                  <a:lnTo>
                    <a:pt x="141046" y="0"/>
                  </a:lnTo>
                  <a:close/>
                </a:path>
                <a:path w="2569845" h="781050">
                  <a:moveTo>
                    <a:pt x="197523" y="771525"/>
                  </a:moveTo>
                  <a:lnTo>
                    <a:pt x="169278" y="771525"/>
                  </a:lnTo>
                  <a:lnTo>
                    <a:pt x="169278" y="781050"/>
                  </a:lnTo>
                  <a:lnTo>
                    <a:pt x="197523" y="781050"/>
                  </a:lnTo>
                  <a:lnTo>
                    <a:pt x="197523" y="771525"/>
                  </a:lnTo>
                  <a:close/>
                </a:path>
                <a:path w="2569845" h="781050">
                  <a:moveTo>
                    <a:pt x="197523" y="0"/>
                  </a:moveTo>
                  <a:lnTo>
                    <a:pt x="169278" y="0"/>
                  </a:lnTo>
                  <a:lnTo>
                    <a:pt x="169278" y="9525"/>
                  </a:lnTo>
                  <a:lnTo>
                    <a:pt x="197523" y="9525"/>
                  </a:lnTo>
                  <a:lnTo>
                    <a:pt x="197523" y="0"/>
                  </a:lnTo>
                  <a:close/>
                </a:path>
                <a:path w="2569845" h="781050">
                  <a:moveTo>
                    <a:pt x="254000" y="771525"/>
                  </a:moveTo>
                  <a:lnTo>
                    <a:pt x="225755" y="771525"/>
                  </a:lnTo>
                  <a:lnTo>
                    <a:pt x="225755" y="781050"/>
                  </a:lnTo>
                  <a:lnTo>
                    <a:pt x="254000" y="781050"/>
                  </a:lnTo>
                  <a:lnTo>
                    <a:pt x="254000" y="771525"/>
                  </a:lnTo>
                  <a:close/>
                </a:path>
                <a:path w="2569845" h="781050">
                  <a:moveTo>
                    <a:pt x="254000" y="0"/>
                  </a:moveTo>
                  <a:lnTo>
                    <a:pt x="225755" y="0"/>
                  </a:lnTo>
                  <a:lnTo>
                    <a:pt x="225755" y="9525"/>
                  </a:lnTo>
                  <a:lnTo>
                    <a:pt x="254000" y="9525"/>
                  </a:lnTo>
                  <a:lnTo>
                    <a:pt x="254000" y="0"/>
                  </a:lnTo>
                  <a:close/>
                </a:path>
                <a:path w="2569845" h="781050">
                  <a:moveTo>
                    <a:pt x="310476" y="771525"/>
                  </a:moveTo>
                  <a:lnTo>
                    <a:pt x="282232" y="771525"/>
                  </a:lnTo>
                  <a:lnTo>
                    <a:pt x="282232" y="781050"/>
                  </a:lnTo>
                  <a:lnTo>
                    <a:pt x="310476" y="781050"/>
                  </a:lnTo>
                  <a:lnTo>
                    <a:pt x="310476" y="771525"/>
                  </a:lnTo>
                  <a:close/>
                </a:path>
                <a:path w="2569845" h="781050">
                  <a:moveTo>
                    <a:pt x="310476" y="0"/>
                  </a:moveTo>
                  <a:lnTo>
                    <a:pt x="282232" y="0"/>
                  </a:lnTo>
                  <a:lnTo>
                    <a:pt x="282232" y="9525"/>
                  </a:lnTo>
                  <a:lnTo>
                    <a:pt x="310476" y="9525"/>
                  </a:lnTo>
                  <a:lnTo>
                    <a:pt x="310476" y="0"/>
                  </a:lnTo>
                  <a:close/>
                </a:path>
                <a:path w="2569845" h="781050">
                  <a:moveTo>
                    <a:pt x="366953" y="771525"/>
                  </a:moveTo>
                  <a:lnTo>
                    <a:pt x="338709" y="771525"/>
                  </a:lnTo>
                  <a:lnTo>
                    <a:pt x="338709" y="781050"/>
                  </a:lnTo>
                  <a:lnTo>
                    <a:pt x="366953" y="781050"/>
                  </a:lnTo>
                  <a:lnTo>
                    <a:pt x="366953" y="771525"/>
                  </a:lnTo>
                  <a:close/>
                </a:path>
                <a:path w="2569845" h="781050">
                  <a:moveTo>
                    <a:pt x="366953" y="0"/>
                  </a:moveTo>
                  <a:lnTo>
                    <a:pt x="338709" y="0"/>
                  </a:lnTo>
                  <a:lnTo>
                    <a:pt x="338709" y="9525"/>
                  </a:lnTo>
                  <a:lnTo>
                    <a:pt x="366953" y="9525"/>
                  </a:lnTo>
                  <a:lnTo>
                    <a:pt x="366953" y="0"/>
                  </a:lnTo>
                  <a:close/>
                </a:path>
                <a:path w="2569845" h="781050">
                  <a:moveTo>
                    <a:pt x="423430" y="771525"/>
                  </a:moveTo>
                  <a:lnTo>
                    <a:pt x="395185" y="771525"/>
                  </a:lnTo>
                  <a:lnTo>
                    <a:pt x="395185" y="781050"/>
                  </a:lnTo>
                  <a:lnTo>
                    <a:pt x="423430" y="781050"/>
                  </a:lnTo>
                  <a:lnTo>
                    <a:pt x="423430" y="771525"/>
                  </a:lnTo>
                  <a:close/>
                </a:path>
                <a:path w="2569845" h="781050">
                  <a:moveTo>
                    <a:pt x="423430" y="0"/>
                  </a:moveTo>
                  <a:lnTo>
                    <a:pt x="395185" y="0"/>
                  </a:lnTo>
                  <a:lnTo>
                    <a:pt x="395185" y="9525"/>
                  </a:lnTo>
                  <a:lnTo>
                    <a:pt x="423430" y="9525"/>
                  </a:lnTo>
                  <a:lnTo>
                    <a:pt x="423430" y="0"/>
                  </a:lnTo>
                  <a:close/>
                </a:path>
                <a:path w="2569845" h="781050">
                  <a:moveTo>
                    <a:pt x="479907" y="771525"/>
                  </a:moveTo>
                  <a:lnTo>
                    <a:pt x="451662" y="771525"/>
                  </a:lnTo>
                  <a:lnTo>
                    <a:pt x="451662" y="781050"/>
                  </a:lnTo>
                  <a:lnTo>
                    <a:pt x="479907" y="781050"/>
                  </a:lnTo>
                  <a:lnTo>
                    <a:pt x="479907" y="771525"/>
                  </a:lnTo>
                  <a:close/>
                </a:path>
                <a:path w="2569845" h="781050">
                  <a:moveTo>
                    <a:pt x="479907" y="0"/>
                  </a:moveTo>
                  <a:lnTo>
                    <a:pt x="451662" y="0"/>
                  </a:lnTo>
                  <a:lnTo>
                    <a:pt x="451662" y="9525"/>
                  </a:lnTo>
                  <a:lnTo>
                    <a:pt x="479907" y="9525"/>
                  </a:lnTo>
                  <a:lnTo>
                    <a:pt x="479907" y="0"/>
                  </a:lnTo>
                  <a:close/>
                </a:path>
                <a:path w="2569845" h="781050">
                  <a:moveTo>
                    <a:pt x="536384" y="771525"/>
                  </a:moveTo>
                  <a:lnTo>
                    <a:pt x="508152" y="771525"/>
                  </a:lnTo>
                  <a:lnTo>
                    <a:pt x="508152" y="781050"/>
                  </a:lnTo>
                  <a:lnTo>
                    <a:pt x="536384" y="781050"/>
                  </a:lnTo>
                  <a:lnTo>
                    <a:pt x="536384" y="771525"/>
                  </a:lnTo>
                  <a:close/>
                </a:path>
                <a:path w="2569845" h="781050">
                  <a:moveTo>
                    <a:pt x="536384" y="0"/>
                  </a:moveTo>
                  <a:lnTo>
                    <a:pt x="508152" y="0"/>
                  </a:lnTo>
                  <a:lnTo>
                    <a:pt x="508152" y="9525"/>
                  </a:lnTo>
                  <a:lnTo>
                    <a:pt x="536384" y="9525"/>
                  </a:lnTo>
                  <a:lnTo>
                    <a:pt x="536384" y="0"/>
                  </a:lnTo>
                  <a:close/>
                </a:path>
                <a:path w="2569845" h="781050">
                  <a:moveTo>
                    <a:pt x="592861" y="771525"/>
                  </a:moveTo>
                  <a:lnTo>
                    <a:pt x="564629" y="771525"/>
                  </a:lnTo>
                  <a:lnTo>
                    <a:pt x="564629" y="781050"/>
                  </a:lnTo>
                  <a:lnTo>
                    <a:pt x="592861" y="781050"/>
                  </a:lnTo>
                  <a:lnTo>
                    <a:pt x="592861" y="771525"/>
                  </a:lnTo>
                  <a:close/>
                </a:path>
                <a:path w="2569845" h="781050">
                  <a:moveTo>
                    <a:pt x="592861" y="0"/>
                  </a:moveTo>
                  <a:lnTo>
                    <a:pt x="564629" y="0"/>
                  </a:lnTo>
                  <a:lnTo>
                    <a:pt x="564629" y="9525"/>
                  </a:lnTo>
                  <a:lnTo>
                    <a:pt x="592861" y="9525"/>
                  </a:lnTo>
                  <a:lnTo>
                    <a:pt x="592861" y="0"/>
                  </a:lnTo>
                  <a:close/>
                </a:path>
                <a:path w="2569845" h="781050">
                  <a:moveTo>
                    <a:pt x="649338" y="771525"/>
                  </a:moveTo>
                  <a:lnTo>
                    <a:pt x="621106" y="771525"/>
                  </a:lnTo>
                  <a:lnTo>
                    <a:pt x="621106" y="781050"/>
                  </a:lnTo>
                  <a:lnTo>
                    <a:pt x="649338" y="781050"/>
                  </a:lnTo>
                  <a:lnTo>
                    <a:pt x="649338" y="771525"/>
                  </a:lnTo>
                  <a:close/>
                </a:path>
                <a:path w="2569845" h="781050">
                  <a:moveTo>
                    <a:pt x="649338" y="0"/>
                  </a:moveTo>
                  <a:lnTo>
                    <a:pt x="621106" y="0"/>
                  </a:lnTo>
                  <a:lnTo>
                    <a:pt x="621106" y="9525"/>
                  </a:lnTo>
                  <a:lnTo>
                    <a:pt x="649338" y="9525"/>
                  </a:lnTo>
                  <a:lnTo>
                    <a:pt x="649338" y="0"/>
                  </a:lnTo>
                  <a:close/>
                </a:path>
                <a:path w="2569845" h="781050">
                  <a:moveTo>
                    <a:pt x="705815" y="771525"/>
                  </a:moveTo>
                  <a:lnTo>
                    <a:pt x="677583" y="771525"/>
                  </a:lnTo>
                  <a:lnTo>
                    <a:pt x="677583" y="781050"/>
                  </a:lnTo>
                  <a:lnTo>
                    <a:pt x="705815" y="781050"/>
                  </a:lnTo>
                  <a:lnTo>
                    <a:pt x="705815" y="771525"/>
                  </a:lnTo>
                  <a:close/>
                </a:path>
                <a:path w="2569845" h="781050">
                  <a:moveTo>
                    <a:pt x="705815" y="0"/>
                  </a:moveTo>
                  <a:lnTo>
                    <a:pt x="677583" y="0"/>
                  </a:lnTo>
                  <a:lnTo>
                    <a:pt x="677583" y="9525"/>
                  </a:lnTo>
                  <a:lnTo>
                    <a:pt x="705815" y="9525"/>
                  </a:lnTo>
                  <a:lnTo>
                    <a:pt x="705815" y="0"/>
                  </a:lnTo>
                  <a:close/>
                </a:path>
                <a:path w="2569845" h="781050">
                  <a:moveTo>
                    <a:pt x="762292" y="771525"/>
                  </a:moveTo>
                  <a:lnTo>
                    <a:pt x="734060" y="771525"/>
                  </a:lnTo>
                  <a:lnTo>
                    <a:pt x="734060" y="781050"/>
                  </a:lnTo>
                  <a:lnTo>
                    <a:pt x="762292" y="781050"/>
                  </a:lnTo>
                  <a:lnTo>
                    <a:pt x="762292" y="771525"/>
                  </a:lnTo>
                  <a:close/>
                </a:path>
                <a:path w="2569845" h="781050">
                  <a:moveTo>
                    <a:pt x="762292" y="0"/>
                  </a:moveTo>
                  <a:lnTo>
                    <a:pt x="734060" y="0"/>
                  </a:lnTo>
                  <a:lnTo>
                    <a:pt x="734060" y="9525"/>
                  </a:lnTo>
                  <a:lnTo>
                    <a:pt x="762292" y="9525"/>
                  </a:lnTo>
                  <a:lnTo>
                    <a:pt x="762292" y="0"/>
                  </a:lnTo>
                  <a:close/>
                </a:path>
                <a:path w="2569845" h="781050">
                  <a:moveTo>
                    <a:pt x="818769" y="771525"/>
                  </a:moveTo>
                  <a:lnTo>
                    <a:pt x="790536" y="771525"/>
                  </a:lnTo>
                  <a:lnTo>
                    <a:pt x="790536" y="781050"/>
                  </a:lnTo>
                  <a:lnTo>
                    <a:pt x="818769" y="781050"/>
                  </a:lnTo>
                  <a:lnTo>
                    <a:pt x="818769" y="771525"/>
                  </a:lnTo>
                  <a:close/>
                </a:path>
                <a:path w="2569845" h="781050">
                  <a:moveTo>
                    <a:pt x="818769" y="0"/>
                  </a:moveTo>
                  <a:lnTo>
                    <a:pt x="790536" y="0"/>
                  </a:lnTo>
                  <a:lnTo>
                    <a:pt x="790536" y="9525"/>
                  </a:lnTo>
                  <a:lnTo>
                    <a:pt x="818769" y="9525"/>
                  </a:lnTo>
                  <a:lnTo>
                    <a:pt x="818769" y="0"/>
                  </a:lnTo>
                  <a:close/>
                </a:path>
                <a:path w="2569845" h="781050">
                  <a:moveTo>
                    <a:pt x="875258" y="771525"/>
                  </a:moveTo>
                  <a:lnTo>
                    <a:pt x="847013" y="771525"/>
                  </a:lnTo>
                  <a:lnTo>
                    <a:pt x="847013" y="781050"/>
                  </a:lnTo>
                  <a:lnTo>
                    <a:pt x="875258" y="781050"/>
                  </a:lnTo>
                  <a:lnTo>
                    <a:pt x="875258" y="771525"/>
                  </a:lnTo>
                  <a:close/>
                </a:path>
                <a:path w="2569845" h="781050">
                  <a:moveTo>
                    <a:pt x="875258" y="0"/>
                  </a:moveTo>
                  <a:lnTo>
                    <a:pt x="847013" y="0"/>
                  </a:lnTo>
                  <a:lnTo>
                    <a:pt x="847013" y="9525"/>
                  </a:lnTo>
                  <a:lnTo>
                    <a:pt x="875258" y="9525"/>
                  </a:lnTo>
                  <a:lnTo>
                    <a:pt x="875258" y="0"/>
                  </a:lnTo>
                  <a:close/>
                </a:path>
                <a:path w="2569845" h="781050">
                  <a:moveTo>
                    <a:pt x="931735" y="771525"/>
                  </a:moveTo>
                  <a:lnTo>
                    <a:pt x="903490" y="771525"/>
                  </a:lnTo>
                  <a:lnTo>
                    <a:pt x="903490" y="781050"/>
                  </a:lnTo>
                  <a:lnTo>
                    <a:pt x="931735" y="781050"/>
                  </a:lnTo>
                  <a:lnTo>
                    <a:pt x="931735" y="771525"/>
                  </a:lnTo>
                  <a:close/>
                </a:path>
                <a:path w="2569845" h="781050">
                  <a:moveTo>
                    <a:pt x="931735" y="0"/>
                  </a:moveTo>
                  <a:lnTo>
                    <a:pt x="903490" y="0"/>
                  </a:lnTo>
                  <a:lnTo>
                    <a:pt x="903490" y="9525"/>
                  </a:lnTo>
                  <a:lnTo>
                    <a:pt x="931735" y="9525"/>
                  </a:lnTo>
                  <a:lnTo>
                    <a:pt x="931735" y="0"/>
                  </a:lnTo>
                  <a:close/>
                </a:path>
                <a:path w="2569845" h="781050">
                  <a:moveTo>
                    <a:pt x="988212" y="771525"/>
                  </a:moveTo>
                  <a:lnTo>
                    <a:pt x="959967" y="771525"/>
                  </a:lnTo>
                  <a:lnTo>
                    <a:pt x="959967" y="781050"/>
                  </a:lnTo>
                  <a:lnTo>
                    <a:pt x="988212" y="781050"/>
                  </a:lnTo>
                  <a:lnTo>
                    <a:pt x="988212" y="771525"/>
                  </a:lnTo>
                  <a:close/>
                </a:path>
                <a:path w="2569845" h="781050">
                  <a:moveTo>
                    <a:pt x="988212" y="0"/>
                  </a:moveTo>
                  <a:lnTo>
                    <a:pt x="959967" y="0"/>
                  </a:lnTo>
                  <a:lnTo>
                    <a:pt x="959967" y="9525"/>
                  </a:lnTo>
                  <a:lnTo>
                    <a:pt x="988212" y="9525"/>
                  </a:lnTo>
                  <a:lnTo>
                    <a:pt x="988212" y="0"/>
                  </a:lnTo>
                  <a:close/>
                </a:path>
                <a:path w="2569845" h="781050">
                  <a:moveTo>
                    <a:pt x="1044689" y="771525"/>
                  </a:moveTo>
                  <a:lnTo>
                    <a:pt x="1016444" y="771525"/>
                  </a:lnTo>
                  <a:lnTo>
                    <a:pt x="1016444" y="781050"/>
                  </a:lnTo>
                  <a:lnTo>
                    <a:pt x="1044689" y="781050"/>
                  </a:lnTo>
                  <a:lnTo>
                    <a:pt x="1044689" y="771525"/>
                  </a:lnTo>
                  <a:close/>
                </a:path>
                <a:path w="2569845" h="781050">
                  <a:moveTo>
                    <a:pt x="1044689" y="0"/>
                  </a:moveTo>
                  <a:lnTo>
                    <a:pt x="1016444" y="0"/>
                  </a:lnTo>
                  <a:lnTo>
                    <a:pt x="1016444" y="9525"/>
                  </a:lnTo>
                  <a:lnTo>
                    <a:pt x="1044689" y="9525"/>
                  </a:lnTo>
                  <a:lnTo>
                    <a:pt x="1044689" y="0"/>
                  </a:lnTo>
                  <a:close/>
                </a:path>
                <a:path w="2569845" h="781050">
                  <a:moveTo>
                    <a:pt x="1101166" y="771525"/>
                  </a:moveTo>
                  <a:lnTo>
                    <a:pt x="1072921" y="771525"/>
                  </a:lnTo>
                  <a:lnTo>
                    <a:pt x="1072921" y="781050"/>
                  </a:lnTo>
                  <a:lnTo>
                    <a:pt x="1101166" y="781050"/>
                  </a:lnTo>
                  <a:lnTo>
                    <a:pt x="1101166" y="771525"/>
                  </a:lnTo>
                  <a:close/>
                </a:path>
                <a:path w="2569845" h="781050">
                  <a:moveTo>
                    <a:pt x="1101166" y="0"/>
                  </a:moveTo>
                  <a:lnTo>
                    <a:pt x="1072921" y="0"/>
                  </a:lnTo>
                  <a:lnTo>
                    <a:pt x="1072921" y="9525"/>
                  </a:lnTo>
                  <a:lnTo>
                    <a:pt x="1101166" y="9525"/>
                  </a:lnTo>
                  <a:lnTo>
                    <a:pt x="1101166" y="0"/>
                  </a:lnTo>
                  <a:close/>
                </a:path>
                <a:path w="2569845" h="781050">
                  <a:moveTo>
                    <a:pt x="1157643" y="771525"/>
                  </a:moveTo>
                  <a:lnTo>
                    <a:pt x="1129398" y="771525"/>
                  </a:lnTo>
                  <a:lnTo>
                    <a:pt x="1129398" y="781050"/>
                  </a:lnTo>
                  <a:lnTo>
                    <a:pt x="1157643" y="781050"/>
                  </a:lnTo>
                  <a:lnTo>
                    <a:pt x="1157643" y="771525"/>
                  </a:lnTo>
                  <a:close/>
                </a:path>
                <a:path w="2569845" h="781050">
                  <a:moveTo>
                    <a:pt x="1157643" y="0"/>
                  </a:moveTo>
                  <a:lnTo>
                    <a:pt x="1129398" y="0"/>
                  </a:lnTo>
                  <a:lnTo>
                    <a:pt x="1129398" y="9525"/>
                  </a:lnTo>
                  <a:lnTo>
                    <a:pt x="1157643" y="9525"/>
                  </a:lnTo>
                  <a:lnTo>
                    <a:pt x="1157643" y="0"/>
                  </a:lnTo>
                  <a:close/>
                </a:path>
                <a:path w="2569845" h="781050">
                  <a:moveTo>
                    <a:pt x="1214120" y="771525"/>
                  </a:moveTo>
                  <a:lnTo>
                    <a:pt x="1185875" y="771525"/>
                  </a:lnTo>
                  <a:lnTo>
                    <a:pt x="1185875" y="781050"/>
                  </a:lnTo>
                  <a:lnTo>
                    <a:pt x="1214120" y="781050"/>
                  </a:lnTo>
                  <a:lnTo>
                    <a:pt x="1214120" y="771525"/>
                  </a:lnTo>
                  <a:close/>
                </a:path>
                <a:path w="2569845" h="781050">
                  <a:moveTo>
                    <a:pt x="1214120" y="0"/>
                  </a:moveTo>
                  <a:lnTo>
                    <a:pt x="1185875" y="0"/>
                  </a:lnTo>
                  <a:lnTo>
                    <a:pt x="1185875" y="9525"/>
                  </a:lnTo>
                  <a:lnTo>
                    <a:pt x="1214120" y="9525"/>
                  </a:lnTo>
                  <a:lnTo>
                    <a:pt x="1214120" y="0"/>
                  </a:lnTo>
                  <a:close/>
                </a:path>
                <a:path w="2569845" h="781050">
                  <a:moveTo>
                    <a:pt x="1270596" y="771525"/>
                  </a:moveTo>
                  <a:lnTo>
                    <a:pt x="1242364" y="771525"/>
                  </a:lnTo>
                  <a:lnTo>
                    <a:pt x="1242364" y="781050"/>
                  </a:lnTo>
                  <a:lnTo>
                    <a:pt x="1270596" y="781050"/>
                  </a:lnTo>
                  <a:lnTo>
                    <a:pt x="1270596" y="771525"/>
                  </a:lnTo>
                  <a:close/>
                </a:path>
                <a:path w="2569845" h="781050">
                  <a:moveTo>
                    <a:pt x="1270596" y="0"/>
                  </a:moveTo>
                  <a:lnTo>
                    <a:pt x="1242364" y="0"/>
                  </a:lnTo>
                  <a:lnTo>
                    <a:pt x="1242364" y="9525"/>
                  </a:lnTo>
                  <a:lnTo>
                    <a:pt x="1270596" y="9525"/>
                  </a:lnTo>
                  <a:lnTo>
                    <a:pt x="1270596" y="0"/>
                  </a:lnTo>
                  <a:close/>
                </a:path>
                <a:path w="2569845" h="781050">
                  <a:moveTo>
                    <a:pt x="1327073" y="771525"/>
                  </a:moveTo>
                  <a:lnTo>
                    <a:pt x="1298841" y="771525"/>
                  </a:lnTo>
                  <a:lnTo>
                    <a:pt x="1298841" y="781050"/>
                  </a:lnTo>
                  <a:lnTo>
                    <a:pt x="1327073" y="781050"/>
                  </a:lnTo>
                  <a:lnTo>
                    <a:pt x="1327073" y="771525"/>
                  </a:lnTo>
                  <a:close/>
                </a:path>
                <a:path w="2569845" h="781050">
                  <a:moveTo>
                    <a:pt x="1327073" y="0"/>
                  </a:moveTo>
                  <a:lnTo>
                    <a:pt x="1298841" y="0"/>
                  </a:lnTo>
                  <a:lnTo>
                    <a:pt x="1298841" y="9525"/>
                  </a:lnTo>
                  <a:lnTo>
                    <a:pt x="1327073" y="9525"/>
                  </a:lnTo>
                  <a:lnTo>
                    <a:pt x="1327073" y="0"/>
                  </a:lnTo>
                  <a:close/>
                </a:path>
                <a:path w="2569845" h="781050">
                  <a:moveTo>
                    <a:pt x="1383550" y="771525"/>
                  </a:moveTo>
                  <a:lnTo>
                    <a:pt x="1355318" y="771525"/>
                  </a:lnTo>
                  <a:lnTo>
                    <a:pt x="1355318" y="781050"/>
                  </a:lnTo>
                  <a:lnTo>
                    <a:pt x="1383550" y="781050"/>
                  </a:lnTo>
                  <a:lnTo>
                    <a:pt x="1383550" y="771525"/>
                  </a:lnTo>
                  <a:close/>
                </a:path>
                <a:path w="2569845" h="781050">
                  <a:moveTo>
                    <a:pt x="1383550" y="0"/>
                  </a:moveTo>
                  <a:lnTo>
                    <a:pt x="1355318" y="0"/>
                  </a:lnTo>
                  <a:lnTo>
                    <a:pt x="1355318" y="9525"/>
                  </a:lnTo>
                  <a:lnTo>
                    <a:pt x="1383550" y="9525"/>
                  </a:lnTo>
                  <a:lnTo>
                    <a:pt x="1383550" y="0"/>
                  </a:lnTo>
                  <a:close/>
                </a:path>
                <a:path w="2569845" h="781050">
                  <a:moveTo>
                    <a:pt x="1440027" y="771525"/>
                  </a:moveTo>
                  <a:lnTo>
                    <a:pt x="1411795" y="771525"/>
                  </a:lnTo>
                  <a:lnTo>
                    <a:pt x="1411795" y="781050"/>
                  </a:lnTo>
                  <a:lnTo>
                    <a:pt x="1440027" y="781050"/>
                  </a:lnTo>
                  <a:lnTo>
                    <a:pt x="1440027" y="771525"/>
                  </a:lnTo>
                  <a:close/>
                </a:path>
                <a:path w="2569845" h="781050">
                  <a:moveTo>
                    <a:pt x="1440027" y="0"/>
                  </a:moveTo>
                  <a:lnTo>
                    <a:pt x="1411795" y="0"/>
                  </a:lnTo>
                  <a:lnTo>
                    <a:pt x="1411795" y="9525"/>
                  </a:lnTo>
                  <a:lnTo>
                    <a:pt x="1440027" y="9525"/>
                  </a:lnTo>
                  <a:lnTo>
                    <a:pt x="1440027" y="0"/>
                  </a:lnTo>
                  <a:close/>
                </a:path>
                <a:path w="2569845" h="781050">
                  <a:moveTo>
                    <a:pt x="1496504" y="771525"/>
                  </a:moveTo>
                  <a:lnTo>
                    <a:pt x="1468272" y="771525"/>
                  </a:lnTo>
                  <a:lnTo>
                    <a:pt x="1468272" y="781050"/>
                  </a:lnTo>
                  <a:lnTo>
                    <a:pt x="1496504" y="781050"/>
                  </a:lnTo>
                  <a:lnTo>
                    <a:pt x="1496504" y="771525"/>
                  </a:lnTo>
                  <a:close/>
                </a:path>
                <a:path w="2569845" h="781050">
                  <a:moveTo>
                    <a:pt x="1496504" y="0"/>
                  </a:moveTo>
                  <a:lnTo>
                    <a:pt x="1468272" y="0"/>
                  </a:lnTo>
                  <a:lnTo>
                    <a:pt x="1468272" y="9525"/>
                  </a:lnTo>
                  <a:lnTo>
                    <a:pt x="1496504" y="9525"/>
                  </a:lnTo>
                  <a:lnTo>
                    <a:pt x="1496504" y="0"/>
                  </a:lnTo>
                  <a:close/>
                </a:path>
                <a:path w="2569845" h="781050">
                  <a:moveTo>
                    <a:pt x="1552981" y="771525"/>
                  </a:moveTo>
                  <a:lnTo>
                    <a:pt x="1524749" y="771525"/>
                  </a:lnTo>
                  <a:lnTo>
                    <a:pt x="1524749" y="781050"/>
                  </a:lnTo>
                  <a:lnTo>
                    <a:pt x="1552981" y="781050"/>
                  </a:lnTo>
                  <a:lnTo>
                    <a:pt x="1552981" y="771525"/>
                  </a:lnTo>
                  <a:close/>
                </a:path>
                <a:path w="2569845" h="781050">
                  <a:moveTo>
                    <a:pt x="1552981" y="0"/>
                  </a:moveTo>
                  <a:lnTo>
                    <a:pt x="1524749" y="0"/>
                  </a:lnTo>
                  <a:lnTo>
                    <a:pt x="1524749" y="9525"/>
                  </a:lnTo>
                  <a:lnTo>
                    <a:pt x="1552981" y="9525"/>
                  </a:lnTo>
                  <a:lnTo>
                    <a:pt x="1552981" y="0"/>
                  </a:lnTo>
                  <a:close/>
                </a:path>
                <a:path w="2569845" h="781050">
                  <a:moveTo>
                    <a:pt x="1609471" y="771525"/>
                  </a:moveTo>
                  <a:lnTo>
                    <a:pt x="1581226" y="771525"/>
                  </a:lnTo>
                  <a:lnTo>
                    <a:pt x="1581226" y="781050"/>
                  </a:lnTo>
                  <a:lnTo>
                    <a:pt x="1609471" y="781050"/>
                  </a:lnTo>
                  <a:lnTo>
                    <a:pt x="1609471" y="771525"/>
                  </a:lnTo>
                  <a:close/>
                </a:path>
                <a:path w="2569845" h="781050">
                  <a:moveTo>
                    <a:pt x="1609471" y="0"/>
                  </a:moveTo>
                  <a:lnTo>
                    <a:pt x="1581226" y="0"/>
                  </a:lnTo>
                  <a:lnTo>
                    <a:pt x="1581226" y="9525"/>
                  </a:lnTo>
                  <a:lnTo>
                    <a:pt x="1609471" y="9525"/>
                  </a:lnTo>
                  <a:lnTo>
                    <a:pt x="1609471" y="0"/>
                  </a:lnTo>
                  <a:close/>
                </a:path>
                <a:path w="2569845" h="781050">
                  <a:moveTo>
                    <a:pt x="1665947" y="771525"/>
                  </a:moveTo>
                  <a:lnTo>
                    <a:pt x="1637703" y="771525"/>
                  </a:lnTo>
                  <a:lnTo>
                    <a:pt x="1637703" y="781050"/>
                  </a:lnTo>
                  <a:lnTo>
                    <a:pt x="1665947" y="781050"/>
                  </a:lnTo>
                  <a:lnTo>
                    <a:pt x="1665947" y="771525"/>
                  </a:lnTo>
                  <a:close/>
                </a:path>
                <a:path w="2569845" h="781050">
                  <a:moveTo>
                    <a:pt x="1665947" y="0"/>
                  </a:moveTo>
                  <a:lnTo>
                    <a:pt x="1637703" y="0"/>
                  </a:lnTo>
                  <a:lnTo>
                    <a:pt x="1637703" y="9525"/>
                  </a:lnTo>
                  <a:lnTo>
                    <a:pt x="1665947" y="9525"/>
                  </a:lnTo>
                  <a:lnTo>
                    <a:pt x="1665947" y="0"/>
                  </a:lnTo>
                  <a:close/>
                </a:path>
                <a:path w="2569845" h="781050">
                  <a:moveTo>
                    <a:pt x="1722424" y="771525"/>
                  </a:moveTo>
                  <a:lnTo>
                    <a:pt x="1694180" y="771525"/>
                  </a:lnTo>
                  <a:lnTo>
                    <a:pt x="1694180" y="781050"/>
                  </a:lnTo>
                  <a:lnTo>
                    <a:pt x="1722424" y="781050"/>
                  </a:lnTo>
                  <a:lnTo>
                    <a:pt x="1722424" y="771525"/>
                  </a:lnTo>
                  <a:close/>
                </a:path>
                <a:path w="2569845" h="781050">
                  <a:moveTo>
                    <a:pt x="1722424" y="0"/>
                  </a:moveTo>
                  <a:lnTo>
                    <a:pt x="1694180" y="0"/>
                  </a:lnTo>
                  <a:lnTo>
                    <a:pt x="1694180" y="9525"/>
                  </a:lnTo>
                  <a:lnTo>
                    <a:pt x="1722424" y="9525"/>
                  </a:lnTo>
                  <a:lnTo>
                    <a:pt x="1722424" y="0"/>
                  </a:lnTo>
                  <a:close/>
                </a:path>
                <a:path w="2569845" h="781050">
                  <a:moveTo>
                    <a:pt x="1778901" y="771525"/>
                  </a:moveTo>
                  <a:lnTo>
                    <a:pt x="1750656" y="771525"/>
                  </a:lnTo>
                  <a:lnTo>
                    <a:pt x="1750656" y="781050"/>
                  </a:lnTo>
                  <a:lnTo>
                    <a:pt x="1778901" y="781050"/>
                  </a:lnTo>
                  <a:lnTo>
                    <a:pt x="1778901" y="771525"/>
                  </a:lnTo>
                  <a:close/>
                </a:path>
                <a:path w="2569845" h="781050">
                  <a:moveTo>
                    <a:pt x="1778901" y="0"/>
                  </a:moveTo>
                  <a:lnTo>
                    <a:pt x="1750656" y="0"/>
                  </a:lnTo>
                  <a:lnTo>
                    <a:pt x="1750656" y="9525"/>
                  </a:lnTo>
                  <a:lnTo>
                    <a:pt x="1778901" y="9525"/>
                  </a:lnTo>
                  <a:lnTo>
                    <a:pt x="1778901" y="0"/>
                  </a:lnTo>
                  <a:close/>
                </a:path>
                <a:path w="2569845" h="781050">
                  <a:moveTo>
                    <a:pt x="1835378" y="771525"/>
                  </a:moveTo>
                  <a:lnTo>
                    <a:pt x="1807133" y="771525"/>
                  </a:lnTo>
                  <a:lnTo>
                    <a:pt x="1807133" y="781050"/>
                  </a:lnTo>
                  <a:lnTo>
                    <a:pt x="1835378" y="781050"/>
                  </a:lnTo>
                  <a:lnTo>
                    <a:pt x="1835378" y="771525"/>
                  </a:lnTo>
                  <a:close/>
                </a:path>
                <a:path w="2569845" h="781050">
                  <a:moveTo>
                    <a:pt x="1835378" y="0"/>
                  </a:moveTo>
                  <a:lnTo>
                    <a:pt x="1807133" y="0"/>
                  </a:lnTo>
                  <a:lnTo>
                    <a:pt x="1807133" y="9525"/>
                  </a:lnTo>
                  <a:lnTo>
                    <a:pt x="1835378" y="9525"/>
                  </a:lnTo>
                  <a:lnTo>
                    <a:pt x="1835378" y="0"/>
                  </a:lnTo>
                  <a:close/>
                </a:path>
                <a:path w="2569845" h="781050">
                  <a:moveTo>
                    <a:pt x="1891855" y="771525"/>
                  </a:moveTo>
                  <a:lnTo>
                    <a:pt x="1863610" y="771525"/>
                  </a:lnTo>
                  <a:lnTo>
                    <a:pt x="1863610" y="781050"/>
                  </a:lnTo>
                  <a:lnTo>
                    <a:pt x="1891855" y="781050"/>
                  </a:lnTo>
                  <a:lnTo>
                    <a:pt x="1891855" y="771525"/>
                  </a:lnTo>
                  <a:close/>
                </a:path>
                <a:path w="2569845" h="781050">
                  <a:moveTo>
                    <a:pt x="1891855" y="0"/>
                  </a:moveTo>
                  <a:lnTo>
                    <a:pt x="1863610" y="0"/>
                  </a:lnTo>
                  <a:lnTo>
                    <a:pt x="1863610" y="9525"/>
                  </a:lnTo>
                  <a:lnTo>
                    <a:pt x="1891855" y="9525"/>
                  </a:lnTo>
                  <a:lnTo>
                    <a:pt x="1891855" y="0"/>
                  </a:lnTo>
                  <a:close/>
                </a:path>
                <a:path w="2569845" h="781050">
                  <a:moveTo>
                    <a:pt x="1948332" y="771525"/>
                  </a:moveTo>
                  <a:lnTo>
                    <a:pt x="1920087" y="771525"/>
                  </a:lnTo>
                  <a:lnTo>
                    <a:pt x="1920087" y="781050"/>
                  </a:lnTo>
                  <a:lnTo>
                    <a:pt x="1948332" y="781050"/>
                  </a:lnTo>
                  <a:lnTo>
                    <a:pt x="1948332" y="771525"/>
                  </a:lnTo>
                  <a:close/>
                </a:path>
                <a:path w="2569845" h="781050">
                  <a:moveTo>
                    <a:pt x="1948332" y="0"/>
                  </a:moveTo>
                  <a:lnTo>
                    <a:pt x="1920087" y="0"/>
                  </a:lnTo>
                  <a:lnTo>
                    <a:pt x="1920087" y="9525"/>
                  </a:lnTo>
                  <a:lnTo>
                    <a:pt x="1948332" y="9525"/>
                  </a:lnTo>
                  <a:lnTo>
                    <a:pt x="1948332" y="0"/>
                  </a:lnTo>
                  <a:close/>
                </a:path>
                <a:path w="2569845" h="781050">
                  <a:moveTo>
                    <a:pt x="2004809" y="771525"/>
                  </a:moveTo>
                  <a:lnTo>
                    <a:pt x="1976577" y="771525"/>
                  </a:lnTo>
                  <a:lnTo>
                    <a:pt x="1976577" y="781050"/>
                  </a:lnTo>
                  <a:lnTo>
                    <a:pt x="2004809" y="781050"/>
                  </a:lnTo>
                  <a:lnTo>
                    <a:pt x="2004809" y="771525"/>
                  </a:lnTo>
                  <a:close/>
                </a:path>
                <a:path w="2569845" h="781050">
                  <a:moveTo>
                    <a:pt x="2004809" y="0"/>
                  </a:moveTo>
                  <a:lnTo>
                    <a:pt x="1976577" y="0"/>
                  </a:lnTo>
                  <a:lnTo>
                    <a:pt x="1976577" y="9525"/>
                  </a:lnTo>
                  <a:lnTo>
                    <a:pt x="2004809" y="9525"/>
                  </a:lnTo>
                  <a:lnTo>
                    <a:pt x="2004809" y="0"/>
                  </a:lnTo>
                  <a:close/>
                </a:path>
                <a:path w="2569845" h="781050">
                  <a:moveTo>
                    <a:pt x="2061286" y="771525"/>
                  </a:moveTo>
                  <a:lnTo>
                    <a:pt x="2033054" y="771525"/>
                  </a:lnTo>
                  <a:lnTo>
                    <a:pt x="2033054" y="781050"/>
                  </a:lnTo>
                  <a:lnTo>
                    <a:pt x="2061286" y="781050"/>
                  </a:lnTo>
                  <a:lnTo>
                    <a:pt x="2061286" y="771525"/>
                  </a:lnTo>
                  <a:close/>
                </a:path>
                <a:path w="2569845" h="781050">
                  <a:moveTo>
                    <a:pt x="2061286" y="0"/>
                  </a:moveTo>
                  <a:lnTo>
                    <a:pt x="2033054" y="0"/>
                  </a:lnTo>
                  <a:lnTo>
                    <a:pt x="2033054" y="9525"/>
                  </a:lnTo>
                  <a:lnTo>
                    <a:pt x="2061286" y="9525"/>
                  </a:lnTo>
                  <a:lnTo>
                    <a:pt x="2061286" y="0"/>
                  </a:lnTo>
                  <a:close/>
                </a:path>
                <a:path w="2569845" h="781050">
                  <a:moveTo>
                    <a:pt x="2117763" y="771525"/>
                  </a:moveTo>
                  <a:lnTo>
                    <a:pt x="2089531" y="771525"/>
                  </a:lnTo>
                  <a:lnTo>
                    <a:pt x="2089531" y="781050"/>
                  </a:lnTo>
                  <a:lnTo>
                    <a:pt x="2117763" y="781050"/>
                  </a:lnTo>
                  <a:lnTo>
                    <a:pt x="2117763" y="771525"/>
                  </a:lnTo>
                  <a:close/>
                </a:path>
                <a:path w="2569845" h="781050">
                  <a:moveTo>
                    <a:pt x="2117763" y="0"/>
                  </a:moveTo>
                  <a:lnTo>
                    <a:pt x="2089531" y="0"/>
                  </a:lnTo>
                  <a:lnTo>
                    <a:pt x="2089531" y="9525"/>
                  </a:lnTo>
                  <a:lnTo>
                    <a:pt x="2117763" y="9525"/>
                  </a:lnTo>
                  <a:lnTo>
                    <a:pt x="2117763" y="0"/>
                  </a:lnTo>
                  <a:close/>
                </a:path>
                <a:path w="2569845" h="781050">
                  <a:moveTo>
                    <a:pt x="2174240" y="771525"/>
                  </a:moveTo>
                  <a:lnTo>
                    <a:pt x="2146008" y="771525"/>
                  </a:lnTo>
                  <a:lnTo>
                    <a:pt x="2146008" y="781050"/>
                  </a:lnTo>
                  <a:lnTo>
                    <a:pt x="2174240" y="781050"/>
                  </a:lnTo>
                  <a:lnTo>
                    <a:pt x="2174240" y="771525"/>
                  </a:lnTo>
                  <a:close/>
                </a:path>
                <a:path w="2569845" h="781050">
                  <a:moveTo>
                    <a:pt x="2174240" y="0"/>
                  </a:moveTo>
                  <a:lnTo>
                    <a:pt x="2146008" y="0"/>
                  </a:lnTo>
                  <a:lnTo>
                    <a:pt x="2146008" y="9525"/>
                  </a:lnTo>
                  <a:lnTo>
                    <a:pt x="2174240" y="9525"/>
                  </a:lnTo>
                  <a:lnTo>
                    <a:pt x="2174240" y="0"/>
                  </a:lnTo>
                  <a:close/>
                </a:path>
                <a:path w="2569845" h="781050">
                  <a:moveTo>
                    <a:pt x="2230717" y="771525"/>
                  </a:moveTo>
                  <a:lnTo>
                    <a:pt x="2202484" y="771525"/>
                  </a:lnTo>
                  <a:lnTo>
                    <a:pt x="2202484" y="781050"/>
                  </a:lnTo>
                  <a:lnTo>
                    <a:pt x="2230717" y="781050"/>
                  </a:lnTo>
                  <a:lnTo>
                    <a:pt x="2230717" y="771525"/>
                  </a:lnTo>
                  <a:close/>
                </a:path>
                <a:path w="2569845" h="781050">
                  <a:moveTo>
                    <a:pt x="2230717" y="0"/>
                  </a:moveTo>
                  <a:lnTo>
                    <a:pt x="2202484" y="0"/>
                  </a:lnTo>
                  <a:lnTo>
                    <a:pt x="2202484" y="9525"/>
                  </a:lnTo>
                  <a:lnTo>
                    <a:pt x="2230717" y="9525"/>
                  </a:lnTo>
                  <a:lnTo>
                    <a:pt x="2230717" y="0"/>
                  </a:lnTo>
                  <a:close/>
                </a:path>
                <a:path w="2569845" h="781050">
                  <a:moveTo>
                    <a:pt x="2287193" y="771525"/>
                  </a:moveTo>
                  <a:lnTo>
                    <a:pt x="2258961" y="771525"/>
                  </a:lnTo>
                  <a:lnTo>
                    <a:pt x="2258961" y="781050"/>
                  </a:lnTo>
                  <a:lnTo>
                    <a:pt x="2287193" y="781050"/>
                  </a:lnTo>
                  <a:lnTo>
                    <a:pt x="2287193" y="771525"/>
                  </a:lnTo>
                  <a:close/>
                </a:path>
                <a:path w="2569845" h="781050">
                  <a:moveTo>
                    <a:pt x="2287193" y="0"/>
                  </a:moveTo>
                  <a:lnTo>
                    <a:pt x="2258961" y="0"/>
                  </a:lnTo>
                  <a:lnTo>
                    <a:pt x="2258961" y="9525"/>
                  </a:lnTo>
                  <a:lnTo>
                    <a:pt x="2287193" y="9525"/>
                  </a:lnTo>
                  <a:lnTo>
                    <a:pt x="2287193" y="0"/>
                  </a:lnTo>
                  <a:close/>
                </a:path>
                <a:path w="2569845" h="781050">
                  <a:moveTo>
                    <a:pt x="2343683" y="771525"/>
                  </a:moveTo>
                  <a:lnTo>
                    <a:pt x="2315438" y="771525"/>
                  </a:lnTo>
                  <a:lnTo>
                    <a:pt x="2315438" y="781050"/>
                  </a:lnTo>
                  <a:lnTo>
                    <a:pt x="2343683" y="781050"/>
                  </a:lnTo>
                  <a:lnTo>
                    <a:pt x="2343683" y="771525"/>
                  </a:lnTo>
                  <a:close/>
                </a:path>
                <a:path w="2569845" h="781050">
                  <a:moveTo>
                    <a:pt x="2343683" y="0"/>
                  </a:moveTo>
                  <a:lnTo>
                    <a:pt x="2315438" y="0"/>
                  </a:lnTo>
                  <a:lnTo>
                    <a:pt x="2315438" y="9525"/>
                  </a:lnTo>
                  <a:lnTo>
                    <a:pt x="2343683" y="9525"/>
                  </a:lnTo>
                  <a:lnTo>
                    <a:pt x="2343683" y="0"/>
                  </a:lnTo>
                  <a:close/>
                </a:path>
                <a:path w="2569845" h="781050">
                  <a:moveTo>
                    <a:pt x="2400160" y="771525"/>
                  </a:moveTo>
                  <a:lnTo>
                    <a:pt x="2371915" y="771525"/>
                  </a:lnTo>
                  <a:lnTo>
                    <a:pt x="2371915" y="781050"/>
                  </a:lnTo>
                  <a:lnTo>
                    <a:pt x="2400160" y="781050"/>
                  </a:lnTo>
                  <a:lnTo>
                    <a:pt x="2400160" y="771525"/>
                  </a:lnTo>
                  <a:close/>
                </a:path>
                <a:path w="2569845" h="781050">
                  <a:moveTo>
                    <a:pt x="2400160" y="0"/>
                  </a:moveTo>
                  <a:lnTo>
                    <a:pt x="2371915" y="0"/>
                  </a:lnTo>
                  <a:lnTo>
                    <a:pt x="2371915" y="9525"/>
                  </a:lnTo>
                  <a:lnTo>
                    <a:pt x="2400160" y="9525"/>
                  </a:lnTo>
                  <a:lnTo>
                    <a:pt x="2400160" y="0"/>
                  </a:lnTo>
                  <a:close/>
                </a:path>
                <a:path w="2569845" h="781050">
                  <a:moveTo>
                    <a:pt x="2456637" y="771525"/>
                  </a:moveTo>
                  <a:lnTo>
                    <a:pt x="2428392" y="771525"/>
                  </a:lnTo>
                  <a:lnTo>
                    <a:pt x="2428392" y="781050"/>
                  </a:lnTo>
                  <a:lnTo>
                    <a:pt x="2456637" y="781050"/>
                  </a:lnTo>
                  <a:lnTo>
                    <a:pt x="2456637" y="771525"/>
                  </a:lnTo>
                  <a:close/>
                </a:path>
                <a:path w="2569845" h="781050">
                  <a:moveTo>
                    <a:pt x="2456637" y="0"/>
                  </a:moveTo>
                  <a:lnTo>
                    <a:pt x="2428392" y="0"/>
                  </a:lnTo>
                  <a:lnTo>
                    <a:pt x="2428392" y="9525"/>
                  </a:lnTo>
                  <a:lnTo>
                    <a:pt x="2456637" y="9525"/>
                  </a:lnTo>
                  <a:lnTo>
                    <a:pt x="2456637" y="0"/>
                  </a:lnTo>
                  <a:close/>
                </a:path>
                <a:path w="2569845" h="781050">
                  <a:moveTo>
                    <a:pt x="2513114" y="771525"/>
                  </a:moveTo>
                  <a:lnTo>
                    <a:pt x="2484869" y="771525"/>
                  </a:lnTo>
                  <a:lnTo>
                    <a:pt x="2484869" y="781050"/>
                  </a:lnTo>
                  <a:lnTo>
                    <a:pt x="2513114" y="781050"/>
                  </a:lnTo>
                  <a:lnTo>
                    <a:pt x="2513114" y="771525"/>
                  </a:lnTo>
                  <a:close/>
                </a:path>
                <a:path w="2569845" h="781050">
                  <a:moveTo>
                    <a:pt x="2513114" y="0"/>
                  </a:moveTo>
                  <a:lnTo>
                    <a:pt x="2484869" y="0"/>
                  </a:lnTo>
                  <a:lnTo>
                    <a:pt x="2484869" y="9525"/>
                  </a:lnTo>
                  <a:lnTo>
                    <a:pt x="2513114" y="9525"/>
                  </a:lnTo>
                  <a:lnTo>
                    <a:pt x="2513114" y="0"/>
                  </a:lnTo>
                  <a:close/>
                </a:path>
                <a:path w="2569845" h="781050">
                  <a:moveTo>
                    <a:pt x="2548712" y="760222"/>
                  </a:moveTo>
                  <a:lnTo>
                    <a:pt x="2521801" y="733425"/>
                  </a:lnTo>
                  <a:lnTo>
                    <a:pt x="2548699" y="760234"/>
                  </a:lnTo>
                  <a:close/>
                </a:path>
                <a:path w="2569845" h="781050">
                  <a:moveTo>
                    <a:pt x="2564358" y="753846"/>
                  </a:moveTo>
                  <a:lnTo>
                    <a:pt x="2555849" y="749769"/>
                  </a:lnTo>
                  <a:lnTo>
                    <a:pt x="2548737" y="760285"/>
                  </a:lnTo>
                  <a:lnTo>
                    <a:pt x="2538412" y="767207"/>
                  </a:lnTo>
                  <a:lnTo>
                    <a:pt x="2521801" y="733425"/>
                  </a:lnTo>
                  <a:lnTo>
                    <a:pt x="2542565" y="775716"/>
                  </a:lnTo>
                  <a:lnTo>
                    <a:pt x="2555062" y="767207"/>
                  </a:lnTo>
                  <a:lnTo>
                    <a:pt x="2555379" y="767003"/>
                  </a:lnTo>
                  <a:lnTo>
                    <a:pt x="2564358" y="753846"/>
                  </a:lnTo>
                  <a:close/>
                </a:path>
                <a:path w="2569845" h="781050">
                  <a:moveTo>
                    <a:pt x="2564358" y="27190"/>
                  </a:moveTo>
                  <a:lnTo>
                    <a:pt x="2555443" y="13995"/>
                  </a:lnTo>
                  <a:lnTo>
                    <a:pt x="2542565" y="5295"/>
                  </a:lnTo>
                  <a:lnTo>
                    <a:pt x="2538412" y="13754"/>
                  </a:lnTo>
                  <a:lnTo>
                    <a:pt x="2548712" y="20713"/>
                  </a:lnTo>
                  <a:lnTo>
                    <a:pt x="2555849" y="31280"/>
                  </a:lnTo>
                  <a:lnTo>
                    <a:pt x="2564358" y="27190"/>
                  </a:lnTo>
                  <a:close/>
                </a:path>
                <a:path w="2569845" h="781050">
                  <a:moveTo>
                    <a:pt x="2569426" y="694677"/>
                  </a:moveTo>
                  <a:lnTo>
                    <a:pt x="2559901" y="694677"/>
                  </a:lnTo>
                  <a:lnTo>
                    <a:pt x="2559901" y="723633"/>
                  </a:lnTo>
                  <a:lnTo>
                    <a:pt x="2569426" y="723633"/>
                  </a:lnTo>
                  <a:lnTo>
                    <a:pt x="2569426" y="694677"/>
                  </a:lnTo>
                  <a:close/>
                </a:path>
                <a:path w="2569845" h="781050">
                  <a:moveTo>
                    <a:pt x="2569426" y="636739"/>
                  </a:moveTo>
                  <a:lnTo>
                    <a:pt x="2559901" y="636739"/>
                  </a:lnTo>
                  <a:lnTo>
                    <a:pt x="2559901" y="665708"/>
                  </a:lnTo>
                  <a:lnTo>
                    <a:pt x="2569426" y="665708"/>
                  </a:lnTo>
                  <a:lnTo>
                    <a:pt x="2569426" y="636739"/>
                  </a:lnTo>
                  <a:close/>
                </a:path>
                <a:path w="2569845" h="781050">
                  <a:moveTo>
                    <a:pt x="2569426" y="578802"/>
                  </a:moveTo>
                  <a:lnTo>
                    <a:pt x="2559901" y="578802"/>
                  </a:lnTo>
                  <a:lnTo>
                    <a:pt x="2559901" y="607771"/>
                  </a:lnTo>
                  <a:lnTo>
                    <a:pt x="2569426" y="607771"/>
                  </a:lnTo>
                  <a:lnTo>
                    <a:pt x="2569426" y="578802"/>
                  </a:lnTo>
                  <a:close/>
                </a:path>
                <a:path w="2569845" h="781050">
                  <a:moveTo>
                    <a:pt x="2569426" y="520877"/>
                  </a:moveTo>
                  <a:lnTo>
                    <a:pt x="2559901" y="520877"/>
                  </a:lnTo>
                  <a:lnTo>
                    <a:pt x="2559901" y="549833"/>
                  </a:lnTo>
                  <a:lnTo>
                    <a:pt x="2569426" y="549833"/>
                  </a:lnTo>
                  <a:lnTo>
                    <a:pt x="2569426" y="520877"/>
                  </a:lnTo>
                  <a:close/>
                </a:path>
                <a:path w="2569845" h="781050">
                  <a:moveTo>
                    <a:pt x="2569426" y="462940"/>
                  </a:moveTo>
                  <a:lnTo>
                    <a:pt x="2559901" y="462940"/>
                  </a:lnTo>
                  <a:lnTo>
                    <a:pt x="2559901" y="491909"/>
                  </a:lnTo>
                  <a:lnTo>
                    <a:pt x="2569426" y="491909"/>
                  </a:lnTo>
                  <a:lnTo>
                    <a:pt x="2569426" y="462940"/>
                  </a:lnTo>
                  <a:close/>
                </a:path>
                <a:path w="2569845" h="781050">
                  <a:moveTo>
                    <a:pt x="2569426" y="405003"/>
                  </a:moveTo>
                  <a:lnTo>
                    <a:pt x="2559901" y="405003"/>
                  </a:lnTo>
                  <a:lnTo>
                    <a:pt x="2559901" y="433971"/>
                  </a:lnTo>
                  <a:lnTo>
                    <a:pt x="2569426" y="433971"/>
                  </a:lnTo>
                  <a:lnTo>
                    <a:pt x="2569426" y="405003"/>
                  </a:lnTo>
                  <a:close/>
                </a:path>
                <a:path w="2569845" h="781050">
                  <a:moveTo>
                    <a:pt x="2569426" y="347078"/>
                  </a:moveTo>
                  <a:lnTo>
                    <a:pt x="2559901" y="347078"/>
                  </a:lnTo>
                  <a:lnTo>
                    <a:pt x="2559901" y="376047"/>
                  </a:lnTo>
                  <a:lnTo>
                    <a:pt x="2569426" y="376047"/>
                  </a:lnTo>
                  <a:lnTo>
                    <a:pt x="2569426" y="347078"/>
                  </a:lnTo>
                  <a:close/>
                </a:path>
                <a:path w="2569845" h="781050">
                  <a:moveTo>
                    <a:pt x="2569426" y="289140"/>
                  </a:moveTo>
                  <a:lnTo>
                    <a:pt x="2559901" y="289140"/>
                  </a:lnTo>
                  <a:lnTo>
                    <a:pt x="2559901" y="318109"/>
                  </a:lnTo>
                  <a:lnTo>
                    <a:pt x="2569426" y="318109"/>
                  </a:lnTo>
                  <a:lnTo>
                    <a:pt x="2569426" y="289140"/>
                  </a:lnTo>
                  <a:close/>
                </a:path>
                <a:path w="2569845" h="781050">
                  <a:moveTo>
                    <a:pt x="2569426" y="231203"/>
                  </a:moveTo>
                  <a:lnTo>
                    <a:pt x="2559901" y="231203"/>
                  </a:lnTo>
                  <a:lnTo>
                    <a:pt x="2559901" y="260172"/>
                  </a:lnTo>
                  <a:lnTo>
                    <a:pt x="2569426" y="260172"/>
                  </a:lnTo>
                  <a:lnTo>
                    <a:pt x="2569426" y="231203"/>
                  </a:lnTo>
                  <a:close/>
                </a:path>
                <a:path w="2569845" h="781050">
                  <a:moveTo>
                    <a:pt x="2569426" y="173278"/>
                  </a:moveTo>
                  <a:lnTo>
                    <a:pt x="2559901" y="173278"/>
                  </a:lnTo>
                  <a:lnTo>
                    <a:pt x="2559901" y="202247"/>
                  </a:lnTo>
                  <a:lnTo>
                    <a:pt x="2569426" y="202247"/>
                  </a:lnTo>
                  <a:lnTo>
                    <a:pt x="2569426" y="173278"/>
                  </a:lnTo>
                  <a:close/>
                </a:path>
                <a:path w="2569845" h="781050">
                  <a:moveTo>
                    <a:pt x="2569426" y="115341"/>
                  </a:moveTo>
                  <a:lnTo>
                    <a:pt x="2559901" y="115341"/>
                  </a:lnTo>
                  <a:lnTo>
                    <a:pt x="2559901" y="144310"/>
                  </a:lnTo>
                  <a:lnTo>
                    <a:pt x="2569426" y="144310"/>
                  </a:lnTo>
                  <a:lnTo>
                    <a:pt x="2569426" y="115341"/>
                  </a:lnTo>
                  <a:close/>
                </a:path>
                <a:path w="2569845" h="781050">
                  <a:moveTo>
                    <a:pt x="2569426" y="57404"/>
                  </a:moveTo>
                  <a:lnTo>
                    <a:pt x="2559901" y="57404"/>
                  </a:lnTo>
                  <a:lnTo>
                    <a:pt x="2559901" y="86372"/>
                  </a:lnTo>
                  <a:lnTo>
                    <a:pt x="2569426" y="86372"/>
                  </a:lnTo>
                  <a:lnTo>
                    <a:pt x="2569426" y="57404"/>
                  </a:lnTo>
                  <a:close/>
                </a:path>
              </a:pathLst>
            </a:custGeom>
            <a:solidFill>
              <a:srgbClr val="CDD4D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>
            <a:off x="7178799" y="2842606"/>
            <a:ext cx="2042795" cy="49847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41605" indent="-129539">
              <a:lnSpc>
                <a:spcPct val="100000"/>
              </a:lnSpc>
              <a:spcBef>
                <a:spcPts val="825"/>
              </a:spcBef>
              <a:buChar char="•"/>
              <a:tabLst>
                <a:tab pos="142240" algn="l"/>
              </a:tabLst>
            </a:pPr>
            <a:r>
              <a:rPr dirty="0" sz="1100" b="1">
                <a:solidFill>
                  <a:srgbClr val="424242"/>
                </a:solidFill>
                <a:latin typeface="Noto Sans KR"/>
                <a:cs typeface="Noto Sans KR"/>
              </a:rPr>
              <a:t>정상</a:t>
            </a:r>
            <a:r>
              <a:rPr dirty="0" sz="1100" spc="55" b="1">
                <a:solidFill>
                  <a:srgbClr val="424242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424242"/>
                </a:solidFill>
                <a:latin typeface="Noto Sans KR"/>
                <a:cs typeface="Noto Sans KR"/>
              </a:rPr>
              <a:t>작동</a:t>
            </a:r>
            <a:r>
              <a:rPr dirty="0" sz="1100" spc="55" b="1">
                <a:solidFill>
                  <a:srgbClr val="424242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424242"/>
                </a:solidFill>
                <a:latin typeface="Noto Sans KR"/>
                <a:cs typeface="Noto Sans KR"/>
              </a:rPr>
              <a:t>여부</a:t>
            </a:r>
            <a:r>
              <a:rPr dirty="0" sz="1100" spc="55" b="1">
                <a:solidFill>
                  <a:srgbClr val="424242"/>
                </a:solidFill>
                <a:latin typeface="Noto Sans KR"/>
                <a:cs typeface="Noto Sans KR"/>
              </a:rPr>
              <a:t> </a:t>
            </a:r>
            <a:r>
              <a:rPr dirty="0" sz="1100" spc="-25" b="1">
                <a:solidFill>
                  <a:srgbClr val="424242"/>
                </a:solidFill>
                <a:latin typeface="Noto Sans KR"/>
                <a:cs typeface="Noto Sans KR"/>
              </a:rPr>
              <a:t>확인</a:t>
            </a:r>
            <a:endParaRPr sz="1100">
              <a:latin typeface="Noto Sans KR"/>
              <a:cs typeface="Noto Sans KR"/>
            </a:endParaRPr>
          </a:p>
          <a:p>
            <a:pPr marL="155575">
              <a:lnSpc>
                <a:spcPct val="100000"/>
              </a:lnSpc>
              <a:spcBef>
                <a:spcPts val="595"/>
              </a:spcBef>
            </a:pP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가배관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유량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확인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및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시스템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안정성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 spc="-25">
                <a:solidFill>
                  <a:srgbClr val="666666"/>
                </a:solidFill>
                <a:latin typeface="Noto Sans KR"/>
                <a:cs typeface="Noto Sans KR"/>
              </a:rPr>
              <a:t>점검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8120305" y="3750884"/>
            <a:ext cx="7118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[유량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확인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 spc="-25">
                <a:solidFill>
                  <a:srgbClr val="ACB5BC"/>
                </a:solidFill>
                <a:latin typeface="Noto Sans KR"/>
                <a:cs typeface="Noto Sans KR"/>
              </a:rPr>
              <a:t>사진]</a:t>
            </a:r>
            <a:endParaRPr sz="800">
              <a:latin typeface="Noto Sans KR"/>
              <a:cs typeface="Noto Sans KR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7178799" y="4271711"/>
            <a:ext cx="1918970" cy="49847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41605" indent="-129539">
              <a:lnSpc>
                <a:spcPct val="100000"/>
              </a:lnSpc>
              <a:spcBef>
                <a:spcPts val="825"/>
              </a:spcBef>
              <a:buChar char="•"/>
              <a:tabLst>
                <a:tab pos="142240" algn="l"/>
              </a:tabLst>
            </a:pPr>
            <a:r>
              <a:rPr dirty="0" sz="1100" b="1">
                <a:solidFill>
                  <a:srgbClr val="424242"/>
                </a:solidFill>
                <a:latin typeface="Noto Sans KR"/>
                <a:cs typeface="Noto Sans KR"/>
              </a:rPr>
              <a:t>지속</a:t>
            </a:r>
            <a:r>
              <a:rPr dirty="0" sz="1100" spc="55" b="1">
                <a:solidFill>
                  <a:srgbClr val="424242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424242"/>
                </a:solidFill>
                <a:latin typeface="Noto Sans KR"/>
                <a:cs typeface="Noto Sans KR"/>
              </a:rPr>
              <a:t>계측</a:t>
            </a:r>
            <a:r>
              <a:rPr dirty="0" sz="1100" spc="55" b="1">
                <a:solidFill>
                  <a:srgbClr val="424242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424242"/>
                </a:solidFill>
                <a:latin typeface="Noto Sans KR"/>
                <a:cs typeface="Noto Sans KR"/>
              </a:rPr>
              <a:t>및</a:t>
            </a:r>
            <a:r>
              <a:rPr dirty="0" sz="1100" spc="55" b="1">
                <a:solidFill>
                  <a:srgbClr val="424242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424242"/>
                </a:solidFill>
                <a:latin typeface="Noto Sans KR"/>
                <a:cs typeface="Noto Sans KR"/>
              </a:rPr>
              <a:t>압력</a:t>
            </a:r>
            <a:r>
              <a:rPr dirty="0" sz="1100" spc="55" b="1">
                <a:solidFill>
                  <a:srgbClr val="424242"/>
                </a:solidFill>
                <a:latin typeface="Noto Sans KR"/>
                <a:cs typeface="Noto Sans KR"/>
              </a:rPr>
              <a:t> </a:t>
            </a:r>
            <a:r>
              <a:rPr dirty="0" sz="1100" spc="-25" b="1">
                <a:solidFill>
                  <a:srgbClr val="424242"/>
                </a:solidFill>
                <a:latin typeface="Noto Sans KR"/>
                <a:cs typeface="Noto Sans KR"/>
              </a:rPr>
              <a:t>관리</a:t>
            </a:r>
            <a:endParaRPr sz="1100">
              <a:latin typeface="Noto Sans KR"/>
              <a:cs typeface="Noto Sans KR"/>
            </a:endParaRPr>
          </a:p>
          <a:p>
            <a:pPr marL="155575">
              <a:lnSpc>
                <a:spcPct val="100000"/>
              </a:lnSpc>
              <a:spcBef>
                <a:spcPts val="595"/>
              </a:spcBef>
            </a:pP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압력계/계측기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수시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확인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및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 spc="-20">
                <a:solidFill>
                  <a:srgbClr val="666666"/>
                </a:solidFill>
                <a:latin typeface="Noto Sans KR"/>
                <a:cs typeface="Noto Sans KR"/>
              </a:rPr>
              <a:t>모니터링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8120305" y="5179989"/>
            <a:ext cx="7118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[압력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계측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 spc="-25">
                <a:solidFill>
                  <a:srgbClr val="ACB5BC"/>
                </a:solidFill>
                <a:latin typeface="Noto Sans KR"/>
                <a:cs typeface="Noto Sans KR"/>
              </a:rPr>
              <a:t>사진]</a:t>
            </a:r>
            <a:endParaRPr sz="800">
              <a:latin typeface="Noto Sans KR"/>
              <a:cs typeface="Noto Sans KR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7178799" y="5700817"/>
            <a:ext cx="2422525" cy="49847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41605" indent="-129539">
              <a:lnSpc>
                <a:spcPct val="100000"/>
              </a:lnSpc>
              <a:spcBef>
                <a:spcPts val="825"/>
              </a:spcBef>
              <a:buChar char="•"/>
              <a:tabLst>
                <a:tab pos="142240" algn="l"/>
              </a:tabLst>
            </a:pPr>
            <a:r>
              <a:rPr dirty="0" sz="1100" b="1">
                <a:solidFill>
                  <a:srgbClr val="424242"/>
                </a:solidFill>
                <a:latin typeface="Noto Sans KR"/>
                <a:cs typeface="Noto Sans KR"/>
              </a:rPr>
              <a:t>구조</a:t>
            </a:r>
            <a:r>
              <a:rPr dirty="0" sz="1100" spc="55" b="1">
                <a:solidFill>
                  <a:srgbClr val="424242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424242"/>
                </a:solidFill>
                <a:latin typeface="Noto Sans KR"/>
                <a:cs typeface="Noto Sans KR"/>
              </a:rPr>
              <a:t>및</a:t>
            </a:r>
            <a:r>
              <a:rPr dirty="0" sz="1100" spc="55" b="1">
                <a:solidFill>
                  <a:srgbClr val="424242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424242"/>
                </a:solidFill>
                <a:latin typeface="Noto Sans KR"/>
                <a:cs typeface="Noto Sans KR"/>
              </a:rPr>
              <a:t>현장</a:t>
            </a:r>
            <a:r>
              <a:rPr dirty="0" sz="1100" spc="55" b="1">
                <a:solidFill>
                  <a:srgbClr val="424242"/>
                </a:solidFill>
                <a:latin typeface="Noto Sans KR"/>
                <a:cs typeface="Noto Sans KR"/>
              </a:rPr>
              <a:t> </a:t>
            </a:r>
            <a:r>
              <a:rPr dirty="0" sz="1100" b="1">
                <a:solidFill>
                  <a:srgbClr val="424242"/>
                </a:solidFill>
                <a:latin typeface="Noto Sans KR"/>
                <a:cs typeface="Noto Sans KR"/>
              </a:rPr>
              <a:t>안전</a:t>
            </a:r>
            <a:r>
              <a:rPr dirty="0" sz="1100" spc="55" b="1">
                <a:solidFill>
                  <a:srgbClr val="424242"/>
                </a:solidFill>
                <a:latin typeface="Noto Sans KR"/>
                <a:cs typeface="Noto Sans KR"/>
              </a:rPr>
              <a:t> </a:t>
            </a:r>
            <a:r>
              <a:rPr dirty="0" sz="1100" spc="-25" b="1">
                <a:solidFill>
                  <a:srgbClr val="424242"/>
                </a:solidFill>
                <a:latin typeface="Noto Sans KR"/>
                <a:cs typeface="Noto Sans KR"/>
              </a:rPr>
              <a:t>확보</a:t>
            </a:r>
            <a:endParaRPr sz="1100">
              <a:latin typeface="Noto Sans KR"/>
              <a:cs typeface="Noto Sans KR"/>
            </a:endParaRPr>
          </a:p>
          <a:p>
            <a:pPr marL="155575">
              <a:lnSpc>
                <a:spcPct val="100000"/>
              </a:lnSpc>
              <a:spcBef>
                <a:spcPts val="595"/>
              </a:spcBef>
            </a:pP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밀림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방지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버팀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설치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및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도로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작업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>
                <a:solidFill>
                  <a:srgbClr val="666666"/>
                </a:solidFill>
                <a:latin typeface="Noto Sans KR"/>
                <a:cs typeface="Noto Sans KR"/>
              </a:rPr>
              <a:t>안전시설</a:t>
            </a:r>
            <a:r>
              <a:rPr dirty="0" sz="900" spc="50">
                <a:solidFill>
                  <a:srgbClr val="666666"/>
                </a:solidFill>
                <a:latin typeface="Noto Sans KR"/>
                <a:cs typeface="Noto Sans KR"/>
              </a:rPr>
              <a:t> </a:t>
            </a:r>
            <a:r>
              <a:rPr dirty="0" sz="900" spc="-25">
                <a:solidFill>
                  <a:srgbClr val="666666"/>
                </a:solidFill>
                <a:latin typeface="Noto Sans KR"/>
                <a:cs typeface="Noto Sans KR"/>
              </a:rPr>
              <a:t>점검</a:t>
            </a:r>
            <a:endParaRPr sz="900">
              <a:latin typeface="Noto Sans KR"/>
              <a:cs typeface="Noto Sans KR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7913392" y="6609095"/>
            <a:ext cx="11258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[버팀/안전시설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>
                <a:solidFill>
                  <a:srgbClr val="ACB5BC"/>
                </a:solidFill>
                <a:latin typeface="Noto Sans KR"/>
                <a:cs typeface="Noto Sans KR"/>
              </a:rPr>
              <a:t>설치</a:t>
            </a:r>
            <a:r>
              <a:rPr dirty="0" sz="800" spc="40">
                <a:solidFill>
                  <a:srgbClr val="ACB5BC"/>
                </a:solidFill>
                <a:latin typeface="Noto Sans KR"/>
                <a:cs typeface="Noto Sans KR"/>
              </a:rPr>
              <a:t> </a:t>
            </a:r>
            <a:r>
              <a:rPr dirty="0" sz="800" spc="-25">
                <a:solidFill>
                  <a:srgbClr val="ACB5BC"/>
                </a:solidFill>
                <a:latin typeface="Noto Sans KR"/>
                <a:cs typeface="Noto Sans KR"/>
              </a:rPr>
              <a:t>사진]</a:t>
            </a:r>
            <a:endParaRPr sz="800">
              <a:latin typeface="Noto Sans KR"/>
              <a:cs typeface="Noto Sans KR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7940357" y="1652140"/>
            <a:ext cx="1336040" cy="989330"/>
          </a:xfrm>
          <a:prstGeom prst="rect">
            <a:avLst/>
          </a:prstGeom>
        </p:spPr>
        <p:txBody>
          <a:bodyPr wrap="square" lIns="0" tIns="1606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65"/>
              </a:spcBef>
            </a:pPr>
            <a:r>
              <a:rPr dirty="0" sz="2000" spc="-25" b="1">
                <a:solidFill>
                  <a:srgbClr val="FFFFFF"/>
                </a:solidFill>
                <a:latin typeface="Noto Sans KR"/>
                <a:cs typeface="Noto Sans KR"/>
              </a:rPr>
              <a:t>03</a:t>
            </a:r>
            <a:endParaRPr sz="2000">
              <a:latin typeface="Noto Sans KR"/>
              <a:cs typeface="Noto Sans KR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dirty="0" sz="1300" b="1">
                <a:solidFill>
                  <a:srgbClr val="FFFFFF"/>
                </a:solidFill>
                <a:latin typeface="Noto Sans KR"/>
                <a:cs typeface="Noto Sans KR"/>
              </a:rPr>
              <a:t>차단</a:t>
            </a:r>
            <a:r>
              <a:rPr dirty="0" sz="1300" spc="6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300" b="1">
                <a:solidFill>
                  <a:srgbClr val="FFFFFF"/>
                </a:solidFill>
                <a:latin typeface="Noto Sans KR"/>
                <a:cs typeface="Noto Sans KR"/>
              </a:rPr>
              <a:t>후</a:t>
            </a:r>
            <a:r>
              <a:rPr dirty="0" sz="1300" spc="65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300" spc="-20" b="1">
                <a:solidFill>
                  <a:srgbClr val="FFFFFF"/>
                </a:solidFill>
                <a:latin typeface="Noto Sans KR"/>
                <a:cs typeface="Noto Sans KR"/>
              </a:rPr>
              <a:t>위험관리</a:t>
            </a:r>
            <a:endParaRPr sz="1300">
              <a:latin typeface="Noto Sans KR"/>
              <a:cs typeface="Noto Sans KR"/>
            </a:endParaRP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사후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안정성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및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>
                <a:solidFill>
                  <a:srgbClr val="FFFFFF"/>
                </a:solidFill>
                <a:latin typeface="Noto Sans KR"/>
                <a:cs typeface="Noto Sans KR"/>
              </a:rPr>
              <a:t>지속</a:t>
            </a:r>
            <a:r>
              <a:rPr dirty="0" sz="1000" spc="55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000" spc="-25">
                <a:solidFill>
                  <a:srgbClr val="FFFFFF"/>
                </a:solidFill>
                <a:latin typeface="Noto Sans KR"/>
                <a:cs typeface="Noto Sans KR"/>
              </a:rPr>
              <a:t>관리</a:t>
            </a:r>
            <a:endParaRPr sz="1000">
              <a:latin typeface="Noto Sans KR"/>
              <a:cs typeface="Noto Sans KR"/>
            </a:endParaRPr>
          </a:p>
        </p:txBody>
      </p:sp>
      <p:sp>
        <p:nvSpPr>
          <p:cNvPr id="46" name="object 46" descr=""/>
          <p:cNvSpPr/>
          <p:nvPr/>
        </p:nvSpPr>
        <p:spPr>
          <a:xfrm>
            <a:off x="0" y="7104334"/>
            <a:ext cx="10692130" cy="455930"/>
          </a:xfrm>
          <a:custGeom>
            <a:avLst/>
            <a:gdLst/>
            <a:ahLst/>
            <a:cxnLst/>
            <a:rect l="l" t="t" r="r" b="b"/>
            <a:pathLst>
              <a:path w="10692130" h="455929">
                <a:moveTo>
                  <a:pt x="10691999" y="455665"/>
                </a:moveTo>
                <a:lnTo>
                  <a:pt x="0" y="455665"/>
                </a:lnTo>
                <a:lnTo>
                  <a:pt x="0" y="0"/>
                </a:lnTo>
                <a:lnTo>
                  <a:pt x="10691999" y="0"/>
                </a:lnTo>
                <a:lnTo>
                  <a:pt x="10691999" y="455665"/>
                </a:lnTo>
                <a:close/>
              </a:path>
            </a:pathLst>
          </a:custGeom>
          <a:solidFill>
            <a:srgbClr val="002D5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 txBox="1"/>
          <p:nvPr/>
        </p:nvSpPr>
        <p:spPr>
          <a:xfrm>
            <a:off x="3757866" y="7230314"/>
            <a:ext cx="340867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Noto Sans KR"/>
                <a:cs typeface="Noto Sans KR"/>
              </a:rPr>
              <a:t>전주기</a:t>
            </a:r>
            <a:r>
              <a:rPr dirty="0" sz="1200" spc="6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200" b="1">
                <a:solidFill>
                  <a:srgbClr val="FFFFFF"/>
                </a:solidFill>
                <a:latin typeface="Noto Sans KR"/>
                <a:cs typeface="Noto Sans KR"/>
              </a:rPr>
              <a:t>안전관리</a:t>
            </a:r>
            <a:r>
              <a:rPr dirty="0" sz="1200" spc="6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200" b="1">
                <a:solidFill>
                  <a:srgbClr val="FFFFFF"/>
                </a:solidFill>
                <a:latin typeface="Noto Sans KR"/>
                <a:cs typeface="Noto Sans KR"/>
              </a:rPr>
              <a:t>체계</a:t>
            </a:r>
            <a:r>
              <a:rPr dirty="0" sz="1200" spc="6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200" b="1">
                <a:solidFill>
                  <a:srgbClr val="FFFFFF"/>
                </a:solidFill>
                <a:latin typeface="Noto Sans KR"/>
                <a:cs typeface="Noto Sans KR"/>
              </a:rPr>
              <a:t>기반</a:t>
            </a:r>
            <a:r>
              <a:rPr dirty="0" sz="1200" spc="6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200" b="1">
                <a:solidFill>
                  <a:srgbClr val="FFFFFF"/>
                </a:solidFill>
                <a:latin typeface="Noto Sans KR"/>
                <a:cs typeface="Noto Sans KR"/>
              </a:rPr>
              <a:t>부단수</a:t>
            </a:r>
            <a:r>
              <a:rPr dirty="0" sz="1200" spc="6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200" b="1">
                <a:solidFill>
                  <a:srgbClr val="FFFFFF"/>
                </a:solidFill>
                <a:latin typeface="Noto Sans KR"/>
                <a:cs typeface="Noto Sans KR"/>
              </a:rPr>
              <a:t>시공</a:t>
            </a:r>
            <a:r>
              <a:rPr dirty="0" sz="1200" spc="6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200" b="1">
                <a:solidFill>
                  <a:srgbClr val="FFFFFF"/>
                </a:solidFill>
                <a:latin typeface="Noto Sans KR"/>
                <a:cs typeface="Noto Sans KR"/>
              </a:rPr>
              <a:t>리스크</a:t>
            </a:r>
            <a:r>
              <a:rPr dirty="0" sz="1200" spc="60" b="1">
                <a:solidFill>
                  <a:srgbClr val="FFFFFF"/>
                </a:solidFill>
                <a:latin typeface="Noto Sans KR"/>
                <a:cs typeface="Noto Sans KR"/>
              </a:rPr>
              <a:t> </a:t>
            </a:r>
            <a:r>
              <a:rPr dirty="0" sz="1200" spc="-25" b="1">
                <a:solidFill>
                  <a:srgbClr val="FFFFFF"/>
                </a:solidFill>
                <a:latin typeface="Noto Sans KR"/>
                <a:cs typeface="Noto Sans KR"/>
              </a:rPr>
              <a:t>최소화</a:t>
            </a:r>
            <a:endParaRPr sz="1200">
              <a:latin typeface="Noto Sans KR"/>
              <a:cs typeface="Noto Sans KR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3538156" y="4039101"/>
            <a:ext cx="3463290" cy="3391535"/>
            <a:chOff x="3538156" y="4039101"/>
            <a:chExt cx="3463290" cy="3391535"/>
          </a:xfrm>
        </p:grpSpPr>
        <p:pic>
          <p:nvPicPr>
            <p:cNvPr id="49" name="object 4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8156" y="7240688"/>
              <a:ext cx="201596" cy="189738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3643363" y="4039102"/>
              <a:ext cx="3357879" cy="190500"/>
            </a:xfrm>
            <a:custGeom>
              <a:avLst/>
              <a:gdLst/>
              <a:ahLst/>
              <a:cxnLst/>
              <a:rect l="l" t="t" r="r" b="b"/>
              <a:pathLst>
                <a:path w="3357879" h="190500">
                  <a:moveTo>
                    <a:pt x="95250" y="9525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95250" y="95250"/>
                  </a:lnTo>
                  <a:close/>
                </a:path>
                <a:path w="3357879" h="190500">
                  <a:moveTo>
                    <a:pt x="3357626" y="95250"/>
                  </a:moveTo>
                  <a:lnTo>
                    <a:pt x="3262376" y="0"/>
                  </a:lnTo>
                  <a:lnTo>
                    <a:pt x="3262376" y="190500"/>
                  </a:lnTo>
                  <a:lnTo>
                    <a:pt x="3357626" y="9525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2026-04-16T08:03:59Z</dcterms:created>
  <dcterms:modified xsi:type="dcterms:W3CDTF">2026-04-16T08:03:59Z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ducer">
    <vt:lpwstr>WeasyPrint 62.3</vt:lpwstr>
  </property>
</Properties>
</file>